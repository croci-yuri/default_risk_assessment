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6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59" r:id="rId6"/>
    <p:sldId id="262" r:id="rId7"/>
    <p:sldId id="265" r:id="rId8"/>
    <p:sldId id="266" r:id="rId9"/>
    <p:sldId id="267" r:id="rId10"/>
    <p:sldId id="268" r:id="rId11"/>
    <p:sldId id="269" r:id="rId12"/>
  </p:sldIdLst>
  <p:sldSz cx="9144000" cy="5143500" type="screen16x9"/>
  <p:notesSz cx="6858000" cy="9144000"/>
  <p:embeddedFontLst>
    <p:embeddedFont>
      <p:font typeface="Bebas Neue" panose="020B0604020202020204" charset="0"/>
      <p:regular r:id="rId14"/>
    </p:embeddedFont>
    <p:embeddedFont>
      <p:font typeface="Georgia Pro" panose="02040502050405020303" pitchFamily="18" charset="0"/>
      <p:regular r:id="rId15"/>
      <p:bold r:id="rId16"/>
      <p:italic r:id="rId17"/>
      <p:boldItalic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ExtraBold" panose="00000900000000000000" pitchFamily="2" charset="0"/>
      <p:bold r:id="rId23"/>
      <p:boldItalic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Roboto Condensed Light" panose="02000000000000000000" pitchFamily="2" charset="0"/>
      <p:regular r:id="rId29"/>
      <p: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  <a:srgbClr val="00C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77C7BD-DF8F-4BF0-A0F3-8054927464B5}">
  <a:tblStyle styleId="{EE77C7BD-DF8F-4BF0-A0F3-8054927464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446005E-9796-4228-83B3-EAEAD79590C1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3741" autoAdjust="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60c6f113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60c6f113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f69e5c64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f69e5c64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f69e5c64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f69e5c64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8372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f69e5c64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f69e5c64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0621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f69e5c64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f69e5c64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1351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f69e5c64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f69e5c64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0166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f69e5c64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f69e5c64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83088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f69e5c64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f69e5c64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64901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f69e5c64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f69e5c64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49005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f69e5c64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f69e5c64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04993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f69e5c64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f69e5c64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7568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5400000">
            <a:off x="356940" y="-364566"/>
            <a:ext cx="5153976" cy="5867856"/>
          </a:xfrm>
          <a:prstGeom prst="flowChartDocumen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22725" y="1853638"/>
            <a:ext cx="4658400" cy="125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225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35100" y="3735075"/>
            <a:ext cx="2879400" cy="46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35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3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35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35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35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35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35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35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 rot="-5541284" flipH="1">
            <a:off x="2826278" y="-1542062"/>
            <a:ext cx="5509574" cy="8226447"/>
          </a:xfrm>
          <a:prstGeom prst="flowChartDocumen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lt1"/>
              </a:solidFill>
            </a:endParaRPr>
          </a:p>
        </p:txBody>
      </p:sp>
      <p:sp>
        <p:nvSpPr>
          <p:cNvPr id="19" name="Google Shape;19;p4"/>
          <p:cNvSpPr/>
          <p:nvPr/>
        </p:nvSpPr>
        <p:spPr>
          <a:xfrm rot="-5899740" flipH="1">
            <a:off x="-96630" y="-2002756"/>
            <a:ext cx="9124937" cy="9780755"/>
          </a:xfrm>
          <a:prstGeom prst="flowChartDocumen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lt1"/>
              </a:solidFill>
            </a:endParaRPr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27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lvl="0" indent="-23812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Poppins"/>
              <a:buAutoNum type="arabicPeriod"/>
              <a:defRPr sz="825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685800" lvl="1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028700" lvl="2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371600" lvl="3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1714500" lvl="4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057400" lvl="5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2400300" lvl="6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2743200" lvl="7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3086100" lvl="8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3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 rot="-486386" flipH="1">
            <a:off x="-1902568" y="-640257"/>
            <a:ext cx="12387503" cy="5960784"/>
          </a:xfrm>
          <a:prstGeom prst="flowChartDocumen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32" name="Google Shape;32;p6"/>
          <p:cNvSpPr/>
          <p:nvPr/>
        </p:nvSpPr>
        <p:spPr>
          <a:xfrm rot="-486381" flipH="1">
            <a:off x="-289329" y="-808575"/>
            <a:ext cx="10000337" cy="5960784"/>
          </a:xfrm>
          <a:prstGeom prst="flowChartDocumen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27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">
    <p:bg>
      <p:bgPr>
        <a:solidFill>
          <a:schemeClr val="accent3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5"/>
          <p:cNvSpPr/>
          <p:nvPr/>
        </p:nvSpPr>
        <p:spPr>
          <a:xfrm rot="5400000" flipH="1">
            <a:off x="751887" y="-1428764"/>
            <a:ext cx="6573420" cy="7467607"/>
          </a:xfrm>
          <a:prstGeom prst="flowChartDocumen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318" name="Google Shape;318;p45"/>
          <p:cNvSpPr/>
          <p:nvPr/>
        </p:nvSpPr>
        <p:spPr>
          <a:xfrm rot="5400000" flipH="1">
            <a:off x="1947638" y="-2138020"/>
            <a:ext cx="6573420" cy="9038520"/>
          </a:xfrm>
          <a:prstGeom prst="flowChartDocumen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">
    <p:bg>
      <p:bgPr>
        <a:solidFill>
          <a:schemeClr val="dk2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/>
          <p:nvPr/>
        </p:nvSpPr>
        <p:spPr>
          <a:xfrm rot="9054688" flipH="1">
            <a:off x="-787721" y="-114650"/>
            <a:ext cx="11007140" cy="6335133"/>
          </a:xfrm>
          <a:prstGeom prst="flowChartDocumen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321" name="Google Shape;321;p46"/>
          <p:cNvSpPr/>
          <p:nvPr/>
        </p:nvSpPr>
        <p:spPr>
          <a:xfrm rot="9054688" flipH="1">
            <a:off x="-338445" y="149913"/>
            <a:ext cx="11007140" cy="8248640"/>
          </a:xfrm>
          <a:prstGeom prst="flowChartDocumen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1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1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8" r:id="rId4"/>
    <p:sldLayoutId id="2147483691" r:id="rId5"/>
    <p:sldLayoutId id="2147483692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85;p65">
            <a:extLst>
              <a:ext uri="{FF2B5EF4-FFF2-40B4-BE49-F238E27FC236}">
                <a16:creationId xmlns:a16="http://schemas.microsoft.com/office/drawing/2014/main" id="{29D0609C-C61C-41E3-9074-E947B1F1A962}"/>
              </a:ext>
            </a:extLst>
          </p:cNvPr>
          <p:cNvSpPr/>
          <p:nvPr/>
        </p:nvSpPr>
        <p:spPr>
          <a:xfrm>
            <a:off x="1005013" y="3214012"/>
            <a:ext cx="3058796" cy="364343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337" name="Google Shape;337;p52"/>
          <p:cNvSpPr txBox="1">
            <a:spLocks noGrp="1"/>
          </p:cNvSpPr>
          <p:nvPr>
            <p:ph type="ctrTitle"/>
          </p:nvPr>
        </p:nvSpPr>
        <p:spPr>
          <a:xfrm>
            <a:off x="1003430" y="1872537"/>
            <a:ext cx="3493800" cy="569603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/>
            <a:br>
              <a:rPr lang="en-US" dirty="0"/>
            </a:br>
            <a:r>
              <a:rPr lang="en-US" dirty="0"/>
              <a:t>Default Risk Assessment </a:t>
            </a:r>
            <a:endParaRPr dirty="0"/>
          </a:p>
        </p:txBody>
      </p:sp>
      <p:sp>
        <p:nvSpPr>
          <p:cNvPr id="338" name="Google Shape;338;p52"/>
          <p:cNvSpPr txBox="1">
            <a:spLocks noGrp="1"/>
          </p:cNvSpPr>
          <p:nvPr>
            <p:ph type="subTitle" idx="1"/>
          </p:nvPr>
        </p:nvSpPr>
        <p:spPr>
          <a:xfrm>
            <a:off x="1022569" y="3240318"/>
            <a:ext cx="3127673" cy="318509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indent="0"/>
            <a:r>
              <a:rPr lang="en-US" sz="1800" b="1" dirty="0">
                <a:latin typeface="Montserrat ExtraBold" panose="00000900000000000000" pitchFamily="2" charset="0"/>
              </a:rPr>
              <a:t>Yuri Croci</a:t>
            </a:r>
          </a:p>
        </p:txBody>
      </p:sp>
      <p:grpSp>
        <p:nvGrpSpPr>
          <p:cNvPr id="340" name="Google Shape;340;p52"/>
          <p:cNvGrpSpPr/>
          <p:nvPr/>
        </p:nvGrpSpPr>
        <p:grpSpPr>
          <a:xfrm>
            <a:off x="5929163" y="1010654"/>
            <a:ext cx="2576068" cy="3115528"/>
            <a:chOff x="5200643" y="793126"/>
            <a:chExt cx="3313719" cy="3759286"/>
          </a:xfrm>
        </p:grpSpPr>
        <p:sp>
          <p:nvSpPr>
            <p:cNvPr id="341" name="Google Shape;341;p52"/>
            <p:cNvSpPr/>
            <p:nvPr/>
          </p:nvSpPr>
          <p:spPr>
            <a:xfrm flipH="1">
              <a:off x="8161205" y="4426483"/>
              <a:ext cx="352217" cy="59039"/>
            </a:xfrm>
            <a:custGeom>
              <a:avLst/>
              <a:gdLst/>
              <a:ahLst/>
              <a:cxnLst/>
              <a:rect l="l" t="t" r="r" b="b"/>
              <a:pathLst>
                <a:path w="12743" h="2136" extrusionOk="0">
                  <a:moveTo>
                    <a:pt x="67" y="1"/>
                  </a:moveTo>
                  <a:lnTo>
                    <a:pt x="0" y="1602"/>
                  </a:lnTo>
                  <a:lnTo>
                    <a:pt x="12676" y="2136"/>
                  </a:lnTo>
                  <a:lnTo>
                    <a:pt x="12742" y="5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2" name="Google Shape;342;p52"/>
            <p:cNvSpPr/>
            <p:nvPr/>
          </p:nvSpPr>
          <p:spPr>
            <a:xfrm flipH="1">
              <a:off x="6190885" y="793126"/>
              <a:ext cx="1092607" cy="559337"/>
            </a:xfrm>
            <a:custGeom>
              <a:avLst/>
              <a:gdLst/>
              <a:ahLst/>
              <a:cxnLst/>
              <a:rect l="l" t="t" r="r" b="b"/>
              <a:pathLst>
                <a:path w="30756" h="15746" extrusionOk="0">
                  <a:moveTo>
                    <a:pt x="30755" y="1"/>
                  </a:moveTo>
                  <a:lnTo>
                    <a:pt x="26119" y="501"/>
                  </a:lnTo>
                  <a:lnTo>
                    <a:pt x="26819" y="1502"/>
                  </a:lnTo>
                  <a:lnTo>
                    <a:pt x="19814" y="9274"/>
                  </a:lnTo>
                  <a:lnTo>
                    <a:pt x="9307" y="7206"/>
                  </a:lnTo>
                  <a:lnTo>
                    <a:pt x="0" y="14578"/>
                  </a:lnTo>
                  <a:lnTo>
                    <a:pt x="1434" y="15745"/>
                  </a:lnTo>
                  <a:lnTo>
                    <a:pt x="9640" y="8740"/>
                  </a:lnTo>
                  <a:lnTo>
                    <a:pt x="20148" y="10842"/>
                  </a:lnTo>
                  <a:lnTo>
                    <a:pt x="28154" y="3303"/>
                  </a:lnTo>
                  <a:lnTo>
                    <a:pt x="28887" y="4270"/>
                  </a:lnTo>
                  <a:lnTo>
                    <a:pt x="307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grpSp>
          <p:nvGrpSpPr>
            <p:cNvPr id="343" name="Google Shape;343;p52"/>
            <p:cNvGrpSpPr/>
            <p:nvPr/>
          </p:nvGrpSpPr>
          <p:grpSpPr>
            <a:xfrm>
              <a:off x="5533506" y="2488418"/>
              <a:ext cx="2753127" cy="2001695"/>
              <a:chOff x="5533506" y="2488418"/>
              <a:chExt cx="2753127" cy="2001695"/>
            </a:xfrm>
          </p:grpSpPr>
          <p:sp>
            <p:nvSpPr>
              <p:cNvPr id="344" name="Google Shape;344;p52"/>
              <p:cNvSpPr/>
              <p:nvPr/>
            </p:nvSpPr>
            <p:spPr>
              <a:xfrm flipH="1">
                <a:off x="6527433" y="2488418"/>
                <a:ext cx="760663" cy="2001644"/>
              </a:xfrm>
              <a:custGeom>
                <a:avLst/>
                <a:gdLst/>
                <a:ahLst/>
                <a:cxnLst/>
                <a:rect l="l" t="t" r="r" b="b"/>
                <a:pathLst>
                  <a:path w="27521" h="72420" extrusionOk="0">
                    <a:moveTo>
                      <a:pt x="1" y="1"/>
                    </a:moveTo>
                    <a:lnTo>
                      <a:pt x="1" y="72419"/>
                    </a:lnTo>
                    <a:lnTo>
                      <a:pt x="27520" y="72419"/>
                    </a:lnTo>
                    <a:lnTo>
                      <a:pt x="275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345" name="Google Shape;345;p52"/>
              <p:cNvSpPr/>
              <p:nvPr/>
            </p:nvSpPr>
            <p:spPr>
              <a:xfrm flipH="1">
                <a:off x="6524662" y="2488418"/>
                <a:ext cx="567962" cy="2001644"/>
              </a:xfrm>
              <a:custGeom>
                <a:avLst/>
                <a:gdLst/>
                <a:ahLst/>
                <a:cxnLst/>
                <a:rect l="l" t="t" r="r" b="b"/>
                <a:pathLst>
                  <a:path w="20549" h="72420" extrusionOk="0">
                    <a:moveTo>
                      <a:pt x="0" y="1"/>
                    </a:moveTo>
                    <a:lnTo>
                      <a:pt x="0" y="72419"/>
                    </a:lnTo>
                    <a:lnTo>
                      <a:pt x="20548" y="72419"/>
                    </a:lnTo>
                    <a:lnTo>
                      <a:pt x="205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346" name="Google Shape;346;p52"/>
              <p:cNvSpPr/>
              <p:nvPr/>
            </p:nvSpPr>
            <p:spPr>
              <a:xfrm flipH="1">
                <a:off x="5533513" y="3170722"/>
                <a:ext cx="760663" cy="1319366"/>
              </a:xfrm>
              <a:custGeom>
                <a:avLst/>
                <a:gdLst/>
                <a:ahLst/>
                <a:cxnLst/>
                <a:rect l="l" t="t" r="r" b="b"/>
                <a:pathLst>
                  <a:path w="27521" h="47735" extrusionOk="0">
                    <a:moveTo>
                      <a:pt x="1" y="0"/>
                    </a:moveTo>
                    <a:lnTo>
                      <a:pt x="1" y="47734"/>
                    </a:lnTo>
                    <a:lnTo>
                      <a:pt x="27520" y="47734"/>
                    </a:lnTo>
                    <a:lnTo>
                      <a:pt x="2752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347" name="Google Shape;347;p52"/>
              <p:cNvSpPr/>
              <p:nvPr/>
            </p:nvSpPr>
            <p:spPr>
              <a:xfrm flipH="1">
                <a:off x="5533506" y="3167958"/>
                <a:ext cx="567049" cy="1322130"/>
              </a:xfrm>
              <a:custGeom>
                <a:avLst/>
                <a:gdLst/>
                <a:ahLst/>
                <a:cxnLst/>
                <a:rect l="l" t="t" r="r" b="b"/>
                <a:pathLst>
                  <a:path w="20516" h="47835" extrusionOk="0">
                    <a:moveTo>
                      <a:pt x="1" y="0"/>
                    </a:moveTo>
                    <a:lnTo>
                      <a:pt x="1" y="47834"/>
                    </a:lnTo>
                    <a:lnTo>
                      <a:pt x="20515" y="47834"/>
                    </a:lnTo>
                    <a:lnTo>
                      <a:pt x="2051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348" name="Google Shape;348;p52"/>
              <p:cNvSpPr/>
              <p:nvPr/>
            </p:nvSpPr>
            <p:spPr>
              <a:xfrm flipH="1">
                <a:off x="7525969" y="2845256"/>
                <a:ext cx="760663" cy="1644819"/>
              </a:xfrm>
              <a:custGeom>
                <a:avLst/>
                <a:gdLst/>
                <a:ahLst/>
                <a:cxnLst/>
                <a:rect l="l" t="t" r="r" b="b"/>
                <a:pathLst>
                  <a:path w="27521" h="59510" extrusionOk="0">
                    <a:moveTo>
                      <a:pt x="1" y="0"/>
                    </a:moveTo>
                    <a:lnTo>
                      <a:pt x="1" y="59509"/>
                    </a:lnTo>
                    <a:lnTo>
                      <a:pt x="27521" y="59509"/>
                    </a:lnTo>
                    <a:lnTo>
                      <a:pt x="275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349" name="Google Shape;349;p52"/>
              <p:cNvSpPr/>
              <p:nvPr/>
            </p:nvSpPr>
            <p:spPr>
              <a:xfrm flipH="1">
                <a:off x="7525949" y="2841552"/>
                <a:ext cx="567062" cy="1648560"/>
              </a:xfrm>
              <a:custGeom>
                <a:avLst/>
                <a:gdLst/>
                <a:ahLst/>
                <a:cxnLst/>
                <a:rect l="l" t="t" r="r" b="b"/>
                <a:pathLst>
                  <a:path w="20516" h="59644" extrusionOk="0">
                    <a:moveTo>
                      <a:pt x="1" y="1"/>
                    </a:moveTo>
                    <a:lnTo>
                      <a:pt x="1" y="59643"/>
                    </a:lnTo>
                    <a:lnTo>
                      <a:pt x="20516" y="59643"/>
                    </a:lnTo>
                    <a:lnTo>
                      <a:pt x="205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</p:grpSp>
        <p:grpSp>
          <p:nvGrpSpPr>
            <p:cNvPr id="350" name="Google Shape;350;p52"/>
            <p:cNvGrpSpPr/>
            <p:nvPr/>
          </p:nvGrpSpPr>
          <p:grpSpPr>
            <a:xfrm>
              <a:off x="5397634" y="1247552"/>
              <a:ext cx="543069" cy="551861"/>
              <a:chOff x="5294709" y="1524927"/>
              <a:chExt cx="543069" cy="551861"/>
            </a:xfrm>
          </p:grpSpPr>
          <p:sp>
            <p:nvSpPr>
              <p:cNvPr id="351" name="Google Shape;351;p52"/>
              <p:cNvSpPr/>
              <p:nvPr/>
            </p:nvSpPr>
            <p:spPr>
              <a:xfrm flipH="1">
                <a:off x="5576835" y="1524927"/>
                <a:ext cx="260943" cy="223630"/>
              </a:xfrm>
              <a:custGeom>
                <a:avLst/>
                <a:gdLst/>
                <a:ahLst/>
                <a:cxnLst/>
                <a:rect l="l" t="t" r="r" b="b"/>
                <a:pathLst>
                  <a:path w="9441" h="8091" extrusionOk="0">
                    <a:moveTo>
                      <a:pt x="5377" y="2010"/>
                    </a:moveTo>
                    <a:cubicBezTo>
                      <a:pt x="6415" y="2010"/>
                      <a:pt x="7417" y="2817"/>
                      <a:pt x="7439" y="4037"/>
                    </a:cubicBezTo>
                    <a:cubicBezTo>
                      <a:pt x="7406" y="5171"/>
                      <a:pt x="6505" y="6072"/>
                      <a:pt x="5404" y="6072"/>
                    </a:cubicBezTo>
                    <a:cubicBezTo>
                      <a:pt x="3603" y="6072"/>
                      <a:pt x="2702" y="3903"/>
                      <a:pt x="3970" y="2602"/>
                    </a:cubicBezTo>
                    <a:cubicBezTo>
                      <a:pt x="4379" y="2193"/>
                      <a:pt x="4882" y="2010"/>
                      <a:pt x="5377" y="2010"/>
                    </a:cubicBezTo>
                    <a:close/>
                    <a:moveTo>
                      <a:pt x="5404" y="0"/>
                    </a:moveTo>
                    <a:cubicBezTo>
                      <a:pt x="1802" y="0"/>
                      <a:pt x="0" y="4370"/>
                      <a:pt x="2536" y="6905"/>
                    </a:cubicBezTo>
                    <a:cubicBezTo>
                      <a:pt x="3365" y="7724"/>
                      <a:pt x="4378" y="8090"/>
                      <a:pt x="5370" y="8090"/>
                    </a:cubicBezTo>
                    <a:cubicBezTo>
                      <a:pt x="7452" y="8090"/>
                      <a:pt x="9441" y="6477"/>
                      <a:pt x="9441" y="4037"/>
                    </a:cubicBezTo>
                    <a:cubicBezTo>
                      <a:pt x="9441" y="1802"/>
                      <a:pt x="7639" y="0"/>
                      <a:pt x="54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352" name="Google Shape;352;p52"/>
              <p:cNvSpPr/>
              <p:nvPr/>
            </p:nvSpPr>
            <p:spPr>
              <a:xfrm flipH="1">
                <a:off x="5294709" y="1853157"/>
                <a:ext cx="261855" cy="223630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8091" extrusionOk="0">
                    <a:moveTo>
                      <a:pt x="5409" y="2010"/>
                    </a:moveTo>
                    <a:cubicBezTo>
                      <a:pt x="6445" y="2010"/>
                      <a:pt x="7439" y="2817"/>
                      <a:pt x="7439" y="4037"/>
                    </a:cubicBezTo>
                    <a:cubicBezTo>
                      <a:pt x="7439" y="5138"/>
                      <a:pt x="6538" y="6038"/>
                      <a:pt x="5438" y="6072"/>
                    </a:cubicBezTo>
                    <a:cubicBezTo>
                      <a:pt x="3636" y="6072"/>
                      <a:pt x="2702" y="3870"/>
                      <a:pt x="4003" y="2603"/>
                    </a:cubicBezTo>
                    <a:cubicBezTo>
                      <a:pt x="4412" y="2193"/>
                      <a:pt x="4915" y="2010"/>
                      <a:pt x="5409" y="2010"/>
                    </a:cubicBezTo>
                    <a:close/>
                    <a:moveTo>
                      <a:pt x="5438" y="1"/>
                    </a:moveTo>
                    <a:cubicBezTo>
                      <a:pt x="1835" y="1"/>
                      <a:pt x="0" y="4337"/>
                      <a:pt x="2569" y="6906"/>
                    </a:cubicBezTo>
                    <a:cubicBezTo>
                      <a:pt x="3387" y="7724"/>
                      <a:pt x="4397" y="8090"/>
                      <a:pt x="5388" y="8090"/>
                    </a:cubicBezTo>
                    <a:cubicBezTo>
                      <a:pt x="7470" y="8090"/>
                      <a:pt x="9474" y="6477"/>
                      <a:pt x="9474" y="4037"/>
                    </a:cubicBezTo>
                    <a:cubicBezTo>
                      <a:pt x="9474" y="1802"/>
                      <a:pt x="7673" y="1"/>
                      <a:pt x="54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353" name="Google Shape;353;p52"/>
              <p:cNvSpPr/>
              <p:nvPr/>
            </p:nvSpPr>
            <p:spPr>
              <a:xfrm flipH="1">
                <a:off x="5387825" y="1524927"/>
                <a:ext cx="332869" cy="551390"/>
              </a:xfrm>
              <a:custGeom>
                <a:avLst/>
                <a:gdLst/>
                <a:ahLst/>
                <a:cxnLst/>
                <a:rect l="l" t="t" r="r" b="b"/>
                <a:pathLst>
                  <a:path w="12043" h="19949" extrusionOk="0">
                    <a:moveTo>
                      <a:pt x="9341" y="0"/>
                    </a:moveTo>
                    <a:lnTo>
                      <a:pt x="1" y="19948"/>
                    </a:lnTo>
                    <a:lnTo>
                      <a:pt x="2669" y="19948"/>
                    </a:lnTo>
                    <a:lnTo>
                      <a:pt x="1204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</p:grpSp>
        <p:grpSp>
          <p:nvGrpSpPr>
            <p:cNvPr id="354" name="Google Shape;354;p52"/>
            <p:cNvGrpSpPr/>
            <p:nvPr/>
          </p:nvGrpSpPr>
          <p:grpSpPr>
            <a:xfrm>
              <a:off x="7631397" y="1329903"/>
              <a:ext cx="638038" cy="554126"/>
              <a:chOff x="7631397" y="1329903"/>
              <a:chExt cx="638038" cy="554126"/>
            </a:xfrm>
          </p:grpSpPr>
          <p:sp>
            <p:nvSpPr>
              <p:cNvPr id="355" name="Google Shape;355;p52"/>
              <p:cNvSpPr/>
              <p:nvPr/>
            </p:nvSpPr>
            <p:spPr>
              <a:xfrm flipH="1">
                <a:off x="7808400" y="1329903"/>
                <a:ext cx="166914" cy="118020"/>
              </a:xfrm>
              <a:custGeom>
                <a:avLst/>
                <a:gdLst/>
                <a:ahLst/>
                <a:cxnLst/>
                <a:rect l="l" t="t" r="r" b="b"/>
                <a:pathLst>
                  <a:path w="6039" h="4270" extrusionOk="0">
                    <a:moveTo>
                      <a:pt x="1" y="0"/>
                    </a:moveTo>
                    <a:lnTo>
                      <a:pt x="1" y="2502"/>
                    </a:lnTo>
                    <a:cubicBezTo>
                      <a:pt x="1568" y="2602"/>
                      <a:pt x="3069" y="3236"/>
                      <a:pt x="4270" y="4270"/>
                    </a:cubicBezTo>
                    <a:lnTo>
                      <a:pt x="6038" y="2469"/>
                    </a:lnTo>
                    <a:cubicBezTo>
                      <a:pt x="4370" y="1001"/>
                      <a:pt x="2236" y="10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356" name="Google Shape;356;p52"/>
              <p:cNvSpPr/>
              <p:nvPr/>
            </p:nvSpPr>
            <p:spPr>
              <a:xfrm flipH="1">
                <a:off x="8009404" y="1624025"/>
                <a:ext cx="260031" cy="260004"/>
              </a:xfrm>
              <a:custGeom>
                <a:avLst/>
                <a:gdLst/>
                <a:ahLst/>
                <a:cxnLst/>
                <a:rect l="l" t="t" r="r" b="b"/>
                <a:pathLst>
                  <a:path w="9408" h="9407" extrusionOk="0">
                    <a:moveTo>
                      <a:pt x="1" y="0"/>
                    </a:moveTo>
                    <a:cubicBezTo>
                      <a:pt x="301" y="5070"/>
                      <a:pt x="4337" y="9107"/>
                      <a:pt x="9407" y="9407"/>
                    </a:cubicBezTo>
                    <a:lnTo>
                      <a:pt x="9407" y="6905"/>
                    </a:lnTo>
                    <a:cubicBezTo>
                      <a:pt x="5738" y="6605"/>
                      <a:pt x="2803" y="3669"/>
                      <a:pt x="25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357" name="Google Shape;357;p52"/>
              <p:cNvSpPr/>
              <p:nvPr/>
            </p:nvSpPr>
            <p:spPr>
              <a:xfrm flipH="1">
                <a:off x="8009404" y="1329903"/>
                <a:ext cx="260031" cy="260943"/>
              </a:xfrm>
              <a:custGeom>
                <a:avLst/>
                <a:gdLst/>
                <a:ahLst/>
                <a:cxnLst/>
                <a:rect l="l" t="t" r="r" b="b"/>
                <a:pathLst>
                  <a:path w="9408" h="9441" extrusionOk="0">
                    <a:moveTo>
                      <a:pt x="9407" y="0"/>
                    </a:moveTo>
                    <a:cubicBezTo>
                      <a:pt x="4337" y="334"/>
                      <a:pt x="301" y="4370"/>
                      <a:pt x="1" y="9440"/>
                    </a:cubicBezTo>
                    <a:lnTo>
                      <a:pt x="2502" y="9407"/>
                    </a:lnTo>
                    <a:cubicBezTo>
                      <a:pt x="2803" y="5738"/>
                      <a:pt x="5738" y="2802"/>
                      <a:pt x="9407" y="2502"/>
                    </a:cubicBezTo>
                    <a:lnTo>
                      <a:pt x="940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358" name="Google Shape;358;p52"/>
              <p:cNvSpPr/>
              <p:nvPr/>
            </p:nvSpPr>
            <p:spPr>
              <a:xfrm flipH="1">
                <a:off x="8009404" y="1329903"/>
                <a:ext cx="260031" cy="260943"/>
              </a:xfrm>
              <a:custGeom>
                <a:avLst/>
                <a:gdLst/>
                <a:ahLst/>
                <a:cxnLst/>
                <a:rect l="l" t="t" r="r" b="b"/>
                <a:pathLst>
                  <a:path w="9408" h="9441" extrusionOk="0">
                    <a:moveTo>
                      <a:pt x="9407" y="0"/>
                    </a:moveTo>
                    <a:cubicBezTo>
                      <a:pt x="4337" y="334"/>
                      <a:pt x="301" y="4370"/>
                      <a:pt x="1" y="9440"/>
                    </a:cubicBezTo>
                    <a:lnTo>
                      <a:pt x="2502" y="9407"/>
                    </a:lnTo>
                    <a:cubicBezTo>
                      <a:pt x="2803" y="5738"/>
                      <a:pt x="5738" y="2802"/>
                      <a:pt x="9407" y="2502"/>
                    </a:cubicBezTo>
                    <a:lnTo>
                      <a:pt x="940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359" name="Google Shape;359;p52"/>
              <p:cNvSpPr/>
              <p:nvPr/>
            </p:nvSpPr>
            <p:spPr>
              <a:xfrm flipH="1">
                <a:off x="7631397" y="1423023"/>
                <a:ext cx="343917" cy="460997"/>
              </a:xfrm>
              <a:custGeom>
                <a:avLst/>
                <a:gdLst/>
                <a:ahLst/>
                <a:cxnLst/>
                <a:rect l="l" t="t" r="r" b="b"/>
                <a:pathLst>
                  <a:path w="12443" h="16679" extrusionOk="0">
                    <a:moveTo>
                      <a:pt x="6906" y="0"/>
                    </a:moveTo>
                    <a:lnTo>
                      <a:pt x="5104" y="1768"/>
                    </a:lnTo>
                    <a:cubicBezTo>
                      <a:pt x="9107" y="6438"/>
                      <a:pt x="6105" y="13677"/>
                      <a:pt x="1" y="14177"/>
                    </a:cubicBezTo>
                    <a:lnTo>
                      <a:pt x="1" y="16679"/>
                    </a:lnTo>
                    <a:cubicBezTo>
                      <a:pt x="8340" y="16145"/>
                      <a:pt x="12443" y="6271"/>
                      <a:pt x="69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</p:grpSp>
        <p:sp>
          <p:nvSpPr>
            <p:cNvPr id="360" name="Google Shape;360;p52"/>
            <p:cNvSpPr/>
            <p:nvPr/>
          </p:nvSpPr>
          <p:spPr>
            <a:xfrm flipH="1">
              <a:off x="6507123" y="1547067"/>
              <a:ext cx="460123" cy="417060"/>
            </a:xfrm>
            <a:custGeom>
              <a:avLst/>
              <a:gdLst/>
              <a:ahLst/>
              <a:cxnLst/>
              <a:rect l="l" t="t" r="r" b="b"/>
              <a:pathLst>
                <a:path w="16647" h="15089" extrusionOk="0">
                  <a:moveTo>
                    <a:pt x="4404" y="0"/>
                  </a:moveTo>
                  <a:lnTo>
                    <a:pt x="1" y="1001"/>
                  </a:lnTo>
                  <a:cubicBezTo>
                    <a:pt x="101" y="1501"/>
                    <a:pt x="201" y="1968"/>
                    <a:pt x="335" y="2435"/>
                  </a:cubicBezTo>
                  <a:cubicBezTo>
                    <a:pt x="435" y="2902"/>
                    <a:pt x="568" y="3336"/>
                    <a:pt x="701" y="3803"/>
                  </a:cubicBezTo>
                  <a:cubicBezTo>
                    <a:pt x="968" y="4737"/>
                    <a:pt x="1302" y="5637"/>
                    <a:pt x="1635" y="6571"/>
                  </a:cubicBezTo>
                  <a:cubicBezTo>
                    <a:pt x="2336" y="8473"/>
                    <a:pt x="3270" y="10274"/>
                    <a:pt x="4437" y="11942"/>
                  </a:cubicBezTo>
                  <a:cubicBezTo>
                    <a:pt x="4804" y="12409"/>
                    <a:pt x="5171" y="12843"/>
                    <a:pt x="5605" y="13243"/>
                  </a:cubicBezTo>
                  <a:cubicBezTo>
                    <a:pt x="6072" y="13710"/>
                    <a:pt x="6606" y="14077"/>
                    <a:pt x="7206" y="14377"/>
                  </a:cubicBezTo>
                  <a:cubicBezTo>
                    <a:pt x="8185" y="14851"/>
                    <a:pt x="9268" y="15089"/>
                    <a:pt x="10364" y="15089"/>
                  </a:cubicBezTo>
                  <a:cubicBezTo>
                    <a:pt x="10501" y="15089"/>
                    <a:pt x="10638" y="15085"/>
                    <a:pt x="10775" y="15078"/>
                  </a:cubicBezTo>
                  <a:cubicBezTo>
                    <a:pt x="11876" y="14977"/>
                    <a:pt x="12944" y="14744"/>
                    <a:pt x="13944" y="14310"/>
                  </a:cubicBezTo>
                  <a:cubicBezTo>
                    <a:pt x="14411" y="14110"/>
                    <a:pt x="14878" y="13910"/>
                    <a:pt x="15345" y="13677"/>
                  </a:cubicBezTo>
                  <a:cubicBezTo>
                    <a:pt x="15545" y="13543"/>
                    <a:pt x="15779" y="13410"/>
                    <a:pt x="15979" y="13243"/>
                  </a:cubicBezTo>
                  <a:cubicBezTo>
                    <a:pt x="16179" y="13076"/>
                    <a:pt x="16413" y="12943"/>
                    <a:pt x="16646" y="12776"/>
                  </a:cubicBezTo>
                  <a:lnTo>
                    <a:pt x="15512" y="10841"/>
                  </a:lnTo>
                  <a:lnTo>
                    <a:pt x="14945" y="10975"/>
                  </a:lnTo>
                  <a:lnTo>
                    <a:pt x="14311" y="11141"/>
                  </a:lnTo>
                  <a:cubicBezTo>
                    <a:pt x="13911" y="11208"/>
                    <a:pt x="13477" y="11308"/>
                    <a:pt x="13077" y="11342"/>
                  </a:cubicBezTo>
                  <a:cubicBezTo>
                    <a:pt x="12628" y="11420"/>
                    <a:pt x="12178" y="11452"/>
                    <a:pt x="11735" y="11452"/>
                  </a:cubicBezTo>
                  <a:cubicBezTo>
                    <a:pt x="11422" y="11452"/>
                    <a:pt x="11113" y="11436"/>
                    <a:pt x="10809" y="11408"/>
                  </a:cubicBezTo>
                  <a:cubicBezTo>
                    <a:pt x="10175" y="11342"/>
                    <a:pt x="9608" y="11141"/>
                    <a:pt x="9107" y="10774"/>
                  </a:cubicBezTo>
                  <a:cubicBezTo>
                    <a:pt x="8874" y="10641"/>
                    <a:pt x="8674" y="10441"/>
                    <a:pt x="8507" y="10241"/>
                  </a:cubicBezTo>
                  <a:cubicBezTo>
                    <a:pt x="8274" y="9974"/>
                    <a:pt x="8073" y="9707"/>
                    <a:pt x="7907" y="9407"/>
                  </a:cubicBezTo>
                  <a:cubicBezTo>
                    <a:pt x="7473" y="8740"/>
                    <a:pt x="7106" y="8073"/>
                    <a:pt x="6806" y="7339"/>
                  </a:cubicBezTo>
                  <a:cubicBezTo>
                    <a:pt x="6439" y="6571"/>
                    <a:pt x="6139" y="5771"/>
                    <a:pt x="5872" y="4970"/>
                  </a:cubicBezTo>
                  <a:cubicBezTo>
                    <a:pt x="5572" y="4136"/>
                    <a:pt x="5338" y="3302"/>
                    <a:pt x="5071" y="2469"/>
                  </a:cubicBezTo>
                  <a:lnTo>
                    <a:pt x="4704" y="1201"/>
                  </a:lnTo>
                  <a:cubicBezTo>
                    <a:pt x="4604" y="801"/>
                    <a:pt x="4471" y="367"/>
                    <a:pt x="4404" y="0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1" name="Google Shape;361;p52"/>
            <p:cNvSpPr/>
            <p:nvPr/>
          </p:nvSpPr>
          <p:spPr>
            <a:xfrm flipH="1">
              <a:off x="6743170" y="1467629"/>
              <a:ext cx="288617" cy="340387"/>
            </a:xfrm>
            <a:custGeom>
              <a:avLst/>
              <a:gdLst/>
              <a:ahLst/>
              <a:cxnLst/>
              <a:rect l="l" t="t" r="r" b="b"/>
              <a:pathLst>
                <a:path w="10442" h="12315" extrusionOk="0">
                  <a:moveTo>
                    <a:pt x="4356" y="1"/>
                  </a:moveTo>
                  <a:cubicBezTo>
                    <a:pt x="3492" y="1"/>
                    <a:pt x="2646" y="442"/>
                    <a:pt x="1936" y="1340"/>
                  </a:cubicBezTo>
                  <a:cubicBezTo>
                    <a:pt x="1" y="3808"/>
                    <a:pt x="1936" y="8712"/>
                    <a:pt x="3704" y="12314"/>
                  </a:cubicBezTo>
                  <a:lnTo>
                    <a:pt x="10442" y="9946"/>
                  </a:lnTo>
                  <a:cubicBezTo>
                    <a:pt x="9908" y="7778"/>
                    <a:pt x="9208" y="5676"/>
                    <a:pt x="8307" y="3641"/>
                  </a:cubicBezTo>
                  <a:cubicBezTo>
                    <a:pt x="7304" y="1239"/>
                    <a:pt x="5804" y="1"/>
                    <a:pt x="43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2" name="Google Shape;362;p52"/>
            <p:cNvSpPr/>
            <p:nvPr/>
          </p:nvSpPr>
          <p:spPr>
            <a:xfrm flipH="1">
              <a:off x="6817852" y="1614897"/>
              <a:ext cx="143839" cy="193121"/>
            </a:xfrm>
            <a:custGeom>
              <a:avLst/>
              <a:gdLst/>
              <a:ahLst/>
              <a:cxnLst/>
              <a:rect l="l" t="t" r="r" b="b"/>
              <a:pathLst>
                <a:path w="5204" h="6987" extrusionOk="0">
                  <a:moveTo>
                    <a:pt x="2063" y="1"/>
                  </a:moveTo>
                  <a:cubicBezTo>
                    <a:pt x="1491" y="1"/>
                    <a:pt x="491" y="2054"/>
                    <a:pt x="0" y="4418"/>
                  </a:cubicBezTo>
                  <a:cubicBezTo>
                    <a:pt x="367" y="5318"/>
                    <a:pt x="767" y="6186"/>
                    <a:pt x="1168" y="6986"/>
                  </a:cubicBezTo>
                  <a:lnTo>
                    <a:pt x="5204" y="5552"/>
                  </a:lnTo>
                  <a:cubicBezTo>
                    <a:pt x="4537" y="3150"/>
                    <a:pt x="3469" y="882"/>
                    <a:pt x="2202" y="48"/>
                  </a:cubicBezTo>
                  <a:cubicBezTo>
                    <a:pt x="2159" y="16"/>
                    <a:pt x="2113" y="1"/>
                    <a:pt x="2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3" name="Google Shape;363;p52"/>
            <p:cNvSpPr/>
            <p:nvPr/>
          </p:nvSpPr>
          <p:spPr>
            <a:xfrm flipH="1">
              <a:off x="6473922" y="1796909"/>
              <a:ext cx="87619" cy="111223"/>
            </a:xfrm>
            <a:custGeom>
              <a:avLst/>
              <a:gdLst/>
              <a:ahLst/>
              <a:cxnLst/>
              <a:rect l="l" t="t" r="r" b="b"/>
              <a:pathLst>
                <a:path w="3170" h="4024" extrusionOk="0">
                  <a:moveTo>
                    <a:pt x="2635" y="1"/>
                  </a:moveTo>
                  <a:lnTo>
                    <a:pt x="1168" y="801"/>
                  </a:lnTo>
                  <a:cubicBezTo>
                    <a:pt x="567" y="1235"/>
                    <a:pt x="167" y="1936"/>
                    <a:pt x="67" y="2703"/>
                  </a:cubicBezTo>
                  <a:lnTo>
                    <a:pt x="0" y="3537"/>
                  </a:lnTo>
                  <a:cubicBezTo>
                    <a:pt x="204" y="3896"/>
                    <a:pt x="558" y="4024"/>
                    <a:pt x="958" y="4024"/>
                  </a:cubicBezTo>
                  <a:cubicBezTo>
                    <a:pt x="1929" y="4024"/>
                    <a:pt x="3169" y="3270"/>
                    <a:pt x="3169" y="3270"/>
                  </a:cubicBezTo>
                  <a:lnTo>
                    <a:pt x="2635" y="1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4" name="Google Shape;364;p52"/>
            <p:cNvSpPr/>
            <p:nvPr/>
          </p:nvSpPr>
          <p:spPr>
            <a:xfrm flipH="1">
              <a:off x="6401090" y="1792321"/>
              <a:ext cx="87619" cy="94971"/>
            </a:xfrm>
            <a:custGeom>
              <a:avLst/>
              <a:gdLst/>
              <a:ahLst/>
              <a:cxnLst/>
              <a:rect l="l" t="t" r="r" b="b"/>
              <a:pathLst>
                <a:path w="3170" h="3436" extrusionOk="0">
                  <a:moveTo>
                    <a:pt x="1868" y="0"/>
                  </a:moveTo>
                  <a:lnTo>
                    <a:pt x="0" y="167"/>
                  </a:lnTo>
                  <a:lnTo>
                    <a:pt x="534" y="3436"/>
                  </a:lnTo>
                  <a:lnTo>
                    <a:pt x="3169" y="2635"/>
                  </a:lnTo>
                  <a:lnTo>
                    <a:pt x="1868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5" name="Google Shape;365;p52"/>
            <p:cNvSpPr/>
            <p:nvPr/>
          </p:nvSpPr>
          <p:spPr>
            <a:xfrm flipH="1">
              <a:off x="6836293" y="1431806"/>
              <a:ext cx="458244" cy="714577"/>
            </a:xfrm>
            <a:custGeom>
              <a:avLst/>
              <a:gdLst/>
              <a:ahLst/>
              <a:cxnLst/>
              <a:rect l="l" t="t" r="r" b="b"/>
              <a:pathLst>
                <a:path w="16579" h="25853" extrusionOk="0">
                  <a:moveTo>
                    <a:pt x="7973" y="0"/>
                  </a:moveTo>
                  <a:lnTo>
                    <a:pt x="3669" y="367"/>
                  </a:lnTo>
                  <a:cubicBezTo>
                    <a:pt x="2335" y="467"/>
                    <a:pt x="1234" y="1468"/>
                    <a:pt x="1001" y="2802"/>
                  </a:cubicBezTo>
                  <a:cubicBezTo>
                    <a:pt x="534" y="5938"/>
                    <a:pt x="234" y="9074"/>
                    <a:pt x="167" y="12243"/>
                  </a:cubicBezTo>
                  <a:cubicBezTo>
                    <a:pt x="0" y="15812"/>
                    <a:pt x="400" y="21082"/>
                    <a:pt x="1001" y="25852"/>
                  </a:cubicBezTo>
                  <a:lnTo>
                    <a:pt x="15311" y="24118"/>
                  </a:lnTo>
                  <a:cubicBezTo>
                    <a:pt x="15445" y="11609"/>
                    <a:pt x="16412" y="7706"/>
                    <a:pt x="16512" y="4404"/>
                  </a:cubicBezTo>
                  <a:cubicBezTo>
                    <a:pt x="16579" y="3069"/>
                    <a:pt x="15711" y="1868"/>
                    <a:pt x="14444" y="1468"/>
                  </a:cubicBezTo>
                  <a:lnTo>
                    <a:pt x="11408" y="467"/>
                  </a:lnTo>
                  <a:lnTo>
                    <a:pt x="797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6" name="Google Shape;366;p52"/>
            <p:cNvSpPr/>
            <p:nvPr/>
          </p:nvSpPr>
          <p:spPr>
            <a:xfrm flipH="1">
              <a:off x="6698916" y="2961429"/>
              <a:ext cx="160450" cy="221286"/>
            </a:xfrm>
            <a:custGeom>
              <a:avLst/>
              <a:gdLst/>
              <a:ahLst/>
              <a:cxnLst/>
              <a:rect l="l" t="t" r="r" b="b"/>
              <a:pathLst>
                <a:path w="5805" h="8006" extrusionOk="0">
                  <a:moveTo>
                    <a:pt x="2736" y="0"/>
                  </a:moveTo>
                  <a:lnTo>
                    <a:pt x="1" y="7172"/>
                  </a:lnTo>
                  <a:lnTo>
                    <a:pt x="3070" y="8006"/>
                  </a:lnTo>
                  <a:lnTo>
                    <a:pt x="5805" y="83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7" name="Google Shape;367;p52"/>
            <p:cNvSpPr/>
            <p:nvPr/>
          </p:nvSpPr>
          <p:spPr>
            <a:xfrm flipH="1">
              <a:off x="6590098" y="3123457"/>
              <a:ext cx="299701" cy="149726"/>
            </a:xfrm>
            <a:custGeom>
              <a:avLst/>
              <a:gdLst/>
              <a:ahLst/>
              <a:cxnLst/>
              <a:rect l="l" t="t" r="r" b="b"/>
              <a:pathLst>
                <a:path w="10843" h="5417" extrusionOk="0">
                  <a:moveTo>
                    <a:pt x="1331" y="0"/>
                  </a:moveTo>
                  <a:cubicBezTo>
                    <a:pt x="1215" y="0"/>
                    <a:pt x="1096" y="65"/>
                    <a:pt x="1068" y="176"/>
                  </a:cubicBezTo>
                  <a:lnTo>
                    <a:pt x="101" y="3044"/>
                  </a:lnTo>
                  <a:cubicBezTo>
                    <a:pt x="1" y="3378"/>
                    <a:pt x="168" y="3745"/>
                    <a:pt x="501" y="3845"/>
                  </a:cubicBezTo>
                  <a:lnTo>
                    <a:pt x="535" y="3845"/>
                  </a:lnTo>
                  <a:cubicBezTo>
                    <a:pt x="1669" y="4312"/>
                    <a:pt x="2469" y="4145"/>
                    <a:pt x="4271" y="4512"/>
                  </a:cubicBezTo>
                  <a:cubicBezTo>
                    <a:pt x="5326" y="4704"/>
                    <a:pt x="7546" y="5417"/>
                    <a:pt x="9079" y="5417"/>
                  </a:cubicBezTo>
                  <a:cubicBezTo>
                    <a:pt x="9146" y="5417"/>
                    <a:pt x="9211" y="5416"/>
                    <a:pt x="9274" y="5413"/>
                  </a:cubicBezTo>
                  <a:cubicBezTo>
                    <a:pt x="10809" y="5346"/>
                    <a:pt x="10842" y="3778"/>
                    <a:pt x="10175" y="3678"/>
                  </a:cubicBezTo>
                  <a:cubicBezTo>
                    <a:pt x="7840" y="3311"/>
                    <a:pt x="6039" y="1910"/>
                    <a:pt x="5538" y="1210"/>
                  </a:cubicBezTo>
                  <a:cubicBezTo>
                    <a:pt x="5271" y="876"/>
                    <a:pt x="4938" y="676"/>
                    <a:pt x="4538" y="609"/>
                  </a:cubicBezTo>
                  <a:lnTo>
                    <a:pt x="1402" y="9"/>
                  </a:lnTo>
                  <a:cubicBezTo>
                    <a:pt x="1379" y="3"/>
                    <a:pt x="1355" y="0"/>
                    <a:pt x="13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8" name="Google Shape;368;p52"/>
            <p:cNvSpPr/>
            <p:nvPr/>
          </p:nvSpPr>
          <p:spPr>
            <a:xfrm flipH="1">
              <a:off x="6698915" y="2961429"/>
              <a:ext cx="123551" cy="129106"/>
            </a:xfrm>
            <a:custGeom>
              <a:avLst/>
              <a:gdLst/>
              <a:ahLst/>
              <a:cxnLst/>
              <a:rect l="l" t="t" r="r" b="b"/>
              <a:pathLst>
                <a:path w="4470" h="4671" extrusionOk="0">
                  <a:moveTo>
                    <a:pt x="1401" y="0"/>
                  </a:moveTo>
                  <a:lnTo>
                    <a:pt x="0" y="3703"/>
                  </a:lnTo>
                  <a:lnTo>
                    <a:pt x="3002" y="4670"/>
                  </a:lnTo>
                  <a:lnTo>
                    <a:pt x="4470" y="867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9" name="Google Shape;369;p52"/>
            <p:cNvSpPr/>
            <p:nvPr/>
          </p:nvSpPr>
          <p:spPr>
            <a:xfrm flipH="1">
              <a:off x="6484074" y="2292033"/>
              <a:ext cx="624222" cy="776352"/>
            </a:xfrm>
            <a:custGeom>
              <a:avLst/>
              <a:gdLst/>
              <a:ahLst/>
              <a:cxnLst/>
              <a:rect l="l" t="t" r="r" b="b"/>
              <a:pathLst>
                <a:path w="22584" h="28088" extrusionOk="0">
                  <a:moveTo>
                    <a:pt x="19047" y="1"/>
                  </a:moveTo>
                  <a:cubicBezTo>
                    <a:pt x="17313" y="534"/>
                    <a:pt x="14110" y="2002"/>
                    <a:pt x="10708" y="3470"/>
                  </a:cubicBezTo>
                  <a:cubicBezTo>
                    <a:pt x="6839" y="5104"/>
                    <a:pt x="2669" y="6772"/>
                    <a:pt x="0" y="7106"/>
                  </a:cubicBezTo>
                  <a:cubicBezTo>
                    <a:pt x="267" y="7139"/>
                    <a:pt x="567" y="7172"/>
                    <a:pt x="868" y="7172"/>
                  </a:cubicBezTo>
                  <a:lnTo>
                    <a:pt x="16379" y="7172"/>
                  </a:lnTo>
                  <a:cubicBezTo>
                    <a:pt x="13844" y="8974"/>
                    <a:pt x="10108" y="26620"/>
                    <a:pt x="10108" y="26620"/>
                  </a:cubicBezTo>
                  <a:lnTo>
                    <a:pt x="14277" y="28087"/>
                  </a:lnTo>
                  <a:cubicBezTo>
                    <a:pt x="14277" y="28087"/>
                    <a:pt x="16212" y="22750"/>
                    <a:pt x="18447" y="16679"/>
                  </a:cubicBezTo>
                  <a:cubicBezTo>
                    <a:pt x="19614" y="13577"/>
                    <a:pt x="20982" y="10408"/>
                    <a:pt x="21783" y="7306"/>
                  </a:cubicBezTo>
                  <a:cubicBezTo>
                    <a:pt x="22083" y="6205"/>
                    <a:pt x="22283" y="5071"/>
                    <a:pt x="22416" y="3937"/>
                  </a:cubicBezTo>
                  <a:cubicBezTo>
                    <a:pt x="22583" y="2169"/>
                    <a:pt x="21149" y="901"/>
                    <a:pt x="190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0" name="Google Shape;370;p52"/>
            <p:cNvSpPr/>
            <p:nvPr/>
          </p:nvSpPr>
          <p:spPr>
            <a:xfrm flipH="1">
              <a:off x="6581811" y="2152808"/>
              <a:ext cx="697993" cy="335633"/>
            </a:xfrm>
            <a:custGeom>
              <a:avLst/>
              <a:gdLst/>
              <a:ahLst/>
              <a:cxnLst/>
              <a:rect l="l" t="t" r="r" b="b"/>
              <a:pathLst>
                <a:path w="25253" h="12143" extrusionOk="0">
                  <a:moveTo>
                    <a:pt x="4704" y="1"/>
                  </a:moveTo>
                  <a:cubicBezTo>
                    <a:pt x="1" y="6172"/>
                    <a:pt x="1702" y="11542"/>
                    <a:pt x="6205" y="12143"/>
                  </a:cubicBezTo>
                  <a:cubicBezTo>
                    <a:pt x="8874" y="11809"/>
                    <a:pt x="13044" y="10175"/>
                    <a:pt x="16913" y="8507"/>
                  </a:cubicBezTo>
                  <a:cubicBezTo>
                    <a:pt x="20315" y="7072"/>
                    <a:pt x="23518" y="5605"/>
                    <a:pt x="25252" y="5038"/>
                  </a:cubicBezTo>
                  <a:cubicBezTo>
                    <a:pt x="20236" y="2934"/>
                    <a:pt x="11390" y="2903"/>
                    <a:pt x="10866" y="2903"/>
                  </a:cubicBezTo>
                  <a:cubicBezTo>
                    <a:pt x="10850" y="2903"/>
                    <a:pt x="10842" y="2903"/>
                    <a:pt x="10842" y="2903"/>
                  </a:cubicBezTo>
                  <a:cubicBezTo>
                    <a:pt x="10842" y="2903"/>
                    <a:pt x="7773" y="1"/>
                    <a:pt x="470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1" name="Google Shape;371;p52"/>
            <p:cNvSpPr/>
            <p:nvPr/>
          </p:nvSpPr>
          <p:spPr>
            <a:xfrm flipH="1">
              <a:off x="6177038" y="2753048"/>
              <a:ext cx="163242" cy="236046"/>
            </a:xfrm>
            <a:custGeom>
              <a:avLst/>
              <a:gdLst/>
              <a:ahLst/>
              <a:cxnLst/>
              <a:rect l="l" t="t" r="r" b="b"/>
              <a:pathLst>
                <a:path w="5906" h="8540" extrusionOk="0">
                  <a:moveTo>
                    <a:pt x="2336" y="0"/>
                  </a:moveTo>
                  <a:lnTo>
                    <a:pt x="1" y="3903"/>
                  </a:lnTo>
                  <a:lnTo>
                    <a:pt x="2469" y="8540"/>
                  </a:lnTo>
                  <a:lnTo>
                    <a:pt x="5905" y="8540"/>
                  </a:lnTo>
                  <a:lnTo>
                    <a:pt x="2336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2" name="Google Shape;372;p52"/>
            <p:cNvSpPr/>
            <p:nvPr/>
          </p:nvSpPr>
          <p:spPr>
            <a:xfrm flipH="1">
              <a:off x="6019379" y="2941473"/>
              <a:ext cx="319049" cy="170041"/>
            </a:xfrm>
            <a:custGeom>
              <a:avLst/>
              <a:gdLst/>
              <a:ahLst/>
              <a:cxnLst/>
              <a:rect l="l" t="t" r="r" b="b"/>
              <a:pathLst>
                <a:path w="11543" h="6152" extrusionOk="0">
                  <a:moveTo>
                    <a:pt x="1444" y="0"/>
                  </a:moveTo>
                  <a:cubicBezTo>
                    <a:pt x="1335" y="0"/>
                    <a:pt x="1227" y="84"/>
                    <a:pt x="1201" y="188"/>
                  </a:cubicBezTo>
                  <a:lnTo>
                    <a:pt x="101" y="3257"/>
                  </a:lnTo>
                  <a:cubicBezTo>
                    <a:pt x="1" y="3591"/>
                    <a:pt x="167" y="3924"/>
                    <a:pt x="501" y="4024"/>
                  </a:cubicBezTo>
                  <a:lnTo>
                    <a:pt x="534" y="4024"/>
                  </a:lnTo>
                  <a:cubicBezTo>
                    <a:pt x="1935" y="4325"/>
                    <a:pt x="2602" y="4391"/>
                    <a:pt x="4370" y="4792"/>
                  </a:cubicBezTo>
                  <a:cubicBezTo>
                    <a:pt x="5471" y="5058"/>
                    <a:pt x="8206" y="5759"/>
                    <a:pt x="9707" y="6093"/>
                  </a:cubicBezTo>
                  <a:cubicBezTo>
                    <a:pt x="9872" y="6133"/>
                    <a:pt x="10024" y="6151"/>
                    <a:pt x="10163" y="6151"/>
                  </a:cubicBezTo>
                  <a:cubicBezTo>
                    <a:pt x="11284" y="6151"/>
                    <a:pt x="11543" y="4959"/>
                    <a:pt x="11008" y="4692"/>
                  </a:cubicBezTo>
                  <a:cubicBezTo>
                    <a:pt x="8340" y="3457"/>
                    <a:pt x="6872" y="2290"/>
                    <a:pt x="6105" y="1256"/>
                  </a:cubicBezTo>
                  <a:cubicBezTo>
                    <a:pt x="5971" y="1089"/>
                    <a:pt x="5771" y="956"/>
                    <a:pt x="5538" y="922"/>
                  </a:cubicBezTo>
                  <a:lnTo>
                    <a:pt x="1535" y="22"/>
                  </a:lnTo>
                  <a:cubicBezTo>
                    <a:pt x="1506" y="7"/>
                    <a:pt x="1475" y="0"/>
                    <a:pt x="14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3" name="Google Shape;373;p52"/>
            <p:cNvSpPr/>
            <p:nvPr/>
          </p:nvSpPr>
          <p:spPr>
            <a:xfrm flipH="1">
              <a:off x="6234225" y="2753048"/>
              <a:ext cx="106055" cy="147542"/>
            </a:xfrm>
            <a:custGeom>
              <a:avLst/>
              <a:gdLst/>
              <a:ahLst/>
              <a:cxnLst/>
              <a:rect l="l" t="t" r="r" b="b"/>
              <a:pathLst>
                <a:path w="3837" h="5338" extrusionOk="0">
                  <a:moveTo>
                    <a:pt x="2336" y="0"/>
                  </a:moveTo>
                  <a:lnTo>
                    <a:pt x="1" y="3903"/>
                  </a:lnTo>
                  <a:lnTo>
                    <a:pt x="768" y="5337"/>
                  </a:lnTo>
                  <a:lnTo>
                    <a:pt x="3837" y="3636"/>
                  </a:lnTo>
                  <a:lnTo>
                    <a:pt x="23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4" name="Google Shape;374;p52"/>
            <p:cNvSpPr/>
            <p:nvPr/>
          </p:nvSpPr>
          <p:spPr>
            <a:xfrm flipH="1">
              <a:off x="6232387" y="2097306"/>
              <a:ext cx="1092582" cy="782986"/>
            </a:xfrm>
            <a:custGeom>
              <a:avLst/>
              <a:gdLst/>
              <a:ahLst/>
              <a:cxnLst/>
              <a:rect l="l" t="t" r="r" b="b"/>
              <a:pathLst>
                <a:path w="39529" h="28328" extrusionOk="0">
                  <a:moveTo>
                    <a:pt x="24402" y="0"/>
                  </a:moveTo>
                  <a:cubicBezTo>
                    <a:pt x="17742" y="0"/>
                    <a:pt x="10374" y="1775"/>
                    <a:pt x="10374" y="1775"/>
                  </a:cubicBezTo>
                  <a:cubicBezTo>
                    <a:pt x="10374" y="1775"/>
                    <a:pt x="5137" y="2075"/>
                    <a:pt x="2069" y="2075"/>
                  </a:cubicBezTo>
                  <a:cubicBezTo>
                    <a:pt x="0" y="9714"/>
                    <a:pt x="1768" y="14217"/>
                    <a:pt x="6905" y="14217"/>
                  </a:cubicBezTo>
                  <a:cubicBezTo>
                    <a:pt x="7239" y="14217"/>
                    <a:pt x="7539" y="14217"/>
                    <a:pt x="7839" y="14151"/>
                  </a:cubicBezTo>
                  <a:cubicBezTo>
                    <a:pt x="10508" y="13817"/>
                    <a:pt x="14678" y="12183"/>
                    <a:pt x="18547" y="10515"/>
                  </a:cubicBezTo>
                  <a:cubicBezTo>
                    <a:pt x="21949" y="9080"/>
                    <a:pt x="25152" y="7613"/>
                    <a:pt x="26886" y="7046"/>
                  </a:cubicBezTo>
                  <a:cubicBezTo>
                    <a:pt x="28988" y="7946"/>
                    <a:pt x="30422" y="9181"/>
                    <a:pt x="30255" y="10982"/>
                  </a:cubicBezTo>
                  <a:cubicBezTo>
                    <a:pt x="30122" y="12116"/>
                    <a:pt x="29922" y="13250"/>
                    <a:pt x="29622" y="14351"/>
                  </a:cubicBezTo>
                  <a:cubicBezTo>
                    <a:pt x="32624" y="21756"/>
                    <a:pt x="35759" y="28328"/>
                    <a:pt x="35759" y="28328"/>
                  </a:cubicBezTo>
                  <a:lnTo>
                    <a:pt x="39529" y="26059"/>
                  </a:lnTo>
                  <a:cubicBezTo>
                    <a:pt x="39529" y="26059"/>
                    <a:pt x="36693" y="16019"/>
                    <a:pt x="34825" y="6712"/>
                  </a:cubicBezTo>
                  <a:cubicBezTo>
                    <a:pt x="34125" y="3243"/>
                    <a:pt x="31256" y="574"/>
                    <a:pt x="27720" y="174"/>
                  </a:cubicBezTo>
                  <a:cubicBezTo>
                    <a:pt x="26662" y="52"/>
                    <a:pt x="25542" y="0"/>
                    <a:pt x="244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5" name="Google Shape;375;p52"/>
            <p:cNvSpPr/>
            <p:nvPr/>
          </p:nvSpPr>
          <p:spPr>
            <a:xfrm flipH="1">
              <a:off x="6866724" y="2097499"/>
              <a:ext cx="413080" cy="63627"/>
            </a:xfrm>
            <a:custGeom>
              <a:avLst/>
              <a:gdLst/>
              <a:ahLst/>
              <a:cxnLst/>
              <a:rect l="l" t="t" r="r" b="b"/>
              <a:pathLst>
                <a:path w="14945" h="2302" extrusionOk="0">
                  <a:moveTo>
                    <a:pt x="14711" y="0"/>
                  </a:moveTo>
                  <a:lnTo>
                    <a:pt x="635" y="868"/>
                  </a:lnTo>
                  <a:cubicBezTo>
                    <a:pt x="568" y="868"/>
                    <a:pt x="468" y="901"/>
                    <a:pt x="435" y="968"/>
                  </a:cubicBezTo>
                  <a:lnTo>
                    <a:pt x="34" y="2135"/>
                  </a:lnTo>
                  <a:cubicBezTo>
                    <a:pt x="1" y="2202"/>
                    <a:pt x="101" y="2302"/>
                    <a:pt x="268" y="2302"/>
                  </a:cubicBezTo>
                  <a:lnTo>
                    <a:pt x="14578" y="1468"/>
                  </a:lnTo>
                  <a:cubicBezTo>
                    <a:pt x="14678" y="1468"/>
                    <a:pt x="14778" y="1401"/>
                    <a:pt x="14778" y="1335"/>
                  </a:cubicBezTo>
                  <a:lnTo>
                    <a:pt x="14945" y="167"/>
                  </a:lnTo>
                  <a:cubicBezTo>
                    <a:pt x="14945" y="67"/>
                    <a:pt x="14845" y="0"/>
                    <a:pt x="147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6" name="Google Shape;376;p52"/>
            <p:cNvSpPr/>
            <p:nvPr/>
          </p:nvSpPr>
          <p:spPr>
            <a:xfrm flipH="1">
              <a:off x="7149233" y="1476225"/>
              <a:ext cx="176647" cy="321674"/>
            </a:xfrm>
            <a:custGeom>
              <a:avLst/>
              <a:gdLst/>
              <a:ahLst/>
              <a:cxnLst/>
              <a:rect l="l" t="t" r="r" b="b"/>
              <a:pathLst>
                <a:path w="6391" h="11638" extrusionOk="0">
                  <a:moveTo>
                    <a:pt x="3840" y="1"/>
                  </a:moveTo>
                  <a:cubicBezTo>
                    <a:pt x="3743" y="1"/>
                    <a:pt x="3641" y="10"/>
                    <a:pt x="3536" y="28"/>
                  </a:cubicBezTo>
                  <a:cubicBezTo>
                    <a:pt x="0" y="2096"/>
                    <a:pt x="600" y="10068"/>
                    <a:pt x="2402" y="11203"/>
                  </a:cubicBezTo>
                  <a:cubicBezTo>
                    <a:pt x="2679" y="11393"/>
                    <a:pt x="3252" y="11637"/>
                    <a:pt x="3791" y="11637"/>
                  </a:cubicBezTo>
                  <a:cubicBezTo>
                    <a:pt x="4290" y="11637"/>
                    <a:pt x="4760" y="11427"/>
                    <a:pt x="4937" y="10769"/>
                  </a:cubicBezTo>
                  <a:cubicBezTo>
                    <a:pt x="6190" y="6174"/>
                    <a:pt x="6391" y="1"/>
                    <a:pt x="38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7" name="Google Shape;377;p52"/>
            <p:cNvSpPr/>
            <p:nvPr/>
          </p:nvSpPr>
          <p:spPr>
            <a:xfrm flipH="1">
              <a:off x="6925709" y="1698979"/>
              <a:ext cx="458271" cy="337678"/>
            </a:xfrm>
            <a:custGeom>
              <a:avLst/>
              <a:gdLst/>
              <a:ahLst/>
              <a:cxnLst/>
              <a:rect l="l" t="t" r="r" b="b"/>
              <a:pathLst>
                <a:path w="16580" h="12217" extrusionOk="0">
                  <a:moveTo>
                    <a:pt x="1093" y="0"/>
                  </a:moveTo>
                  <a:cubicBezTo>
                    <a:pt x="846" y="0"/>
                    <a:pt x="632" y="43"/>
                    <a:pt x="468" y="141"/>
                  </a:cubicBezTo>
                  <a:cubicBezTo>
                    <a:pt x="234" y="3511"/>
                    <a:pt x="1" y="8214"/>
                    <a:pt x="1335" y="9281"/>
                  </a:cubicBezTo>
                  <a:cubicBezTo>
                    <a:pt x="2803" y="10449"/>
                    <a:pt x="5805" y="10916"/>
                    <a:pt x="7673" y="11149"/>
                  </a:cubicBezTo>
                  <a:cubicBezTo>
                    <a:pt x="10208" y="11483"/>
                    <a:pt x="12776" y="11850"/>
                    <a:pt x="15311" y="12217"/>
                  </a:cubicBezTo>
                  <a:cubicBezTo>
                    <a:pt x="15745" y="11550"/>
                    <a:pt x="16145" y="10983"/>
                    <a:pt x="16579" y="10282"/>
                  </a:cubicBezTo>
                  <a:lnTo>
                    <a:pt x="16579" y="10282"/>
                  </a:lnTo>
                  <a:cubicBezTo>
                    <a:pt x="16565" y="10304"/>
                    <a:pt x="16522" y="10314"/>
                    <a:pt x="16452" y="10314"/>
                  </a:cubicBezTo>
                  <a:cubicBezTo>
                    <a:pt x="15330" y="10314"/>
                    <a:pt x="7418" y="7690"/>
                    <a:pt x="6005" y="6780"/>
                  </a:cubicBezTo>
                  <a:cubicBezTo>
                    <a:pt x="4504" y="5846"/>
                    <a:pt x="5404" y="4378"/>
                    <a:pt x="5304" y="1576"/>
                  </a:cubicBezTo>
                  <a:cubicBezTo>
                    <a:pt x="5304" y="1576"/>
                    <a:pt x="2596" y="0"/>
                    <a:pt x="1093" y="0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8" name="Google Shape;378;p52"/>
            <p:cNvSpPr/>
            <p:nvPr/>
          </p:nvSpPr>
          <p:spPr>
            <a:xfrm flipH="1">
              <a:off x="7150395" y="1440071"/>
              <a:ext cx="244642" cy="333808"/>
            </a:xfrm>
            <a:custGeom>
              <a:avLst/>
              <a:gdLst/>
              <a:ahLst/>
              <a:cxnLst/>
              <a:rect l="l" t="t" r="r" b="b"/>
              <a:pathLst>
                <a:path w="8851" h="12077" extrusionOk="0">
                  <a:moveTo>
                    <a:pt x="6021" y="0"/>
                  </a:moveTo>
                  <a:cubicBezTo>
                    <a:pt x="5693" y="0"/>
                    <a:pt x="5331" y="55"/>
                    <a:pt x="4937" y="168"/>
                  </a:cubicBezTo>
                  <a:cubicBezTo>
                    <a:pt x="1935" y="1069"/>
                    <a:pt x="667" y="6173"/>
                    <a:pt x="0" y="10142"/>
                  </a:cubicBezTo>
                  <a:lnTo>
                    <a:pt x="6171" y="12077"/>
                  </a:lnTo>
                  <a:cubicBezTo>
                    <a:pt x="7005" y="10042"/>
                    <a:pt x="7639" y="7907"/>
                    <a:pt x="8073" y="5706"/>
                  </a:cubicBezTo>
                  <a:cubicBezTo>
                    <a:pt x="8851" y="2218"/>
                    <a:pt x="8110" y="0"/>
                    <a:pt x="60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9" name="Google Shape;379;p52"/>
            <p:cNvSpPr/>
            <p:nvPr/>
          </p:nvSpPr>
          <p:spPr>
            <a:xfrm flipH="1">
              <a:off x="6900830" y="1401844"/>
              <a:ext cx="241574" cy="163684"/>
            </a:xfrm>
            <a:custGeom>
              <a:avLst/>
              <a:gdLst/>
              <a:ahLst/>
              <a:cxnLst/>
              <a:rect l="l" t="t" r="r" b="b"/>
              <a:pathLst>
                <a:path w="8740" h="5922" extrusionOk="0">
                  <a:moveTo>
                    <a:pt x="2427" y="0"/>
                  </a:moveTo>
                  <a:cubicBezTo>
                    <a:pt x="1379" y="0"/>
                    <a:pt x="245" y="391"/>
                    <a:pt x="67" y="1551"/>
                  </a:cubicBezTo>
                  <a:cubicBezTo>
                    <a:pt x="0" y="2185"/>
                    <a:pt x="134" y="2786"/>
                    <a:pt x="500" y="3319"/>
                  </a:cubicBezTo>
                  <a:cubicBezTo>
                    <a:pt x="867" y="3820"/>
                    <a:pt x="1301" y="4287"/>
                    <a:pt x="1768" y="4687"/>
                  </a:cubicBezTo>
                  <a:cubicBezTo>
                    <a:pt x="2291" y="5179"/>
                    <a:pt x="2927" y="5699"/>
                    <a:pt x="3650" y="5699"/>
                  </a:cubicBezTo>
                  <a:cubicBezTo>
                    <a:pt x="3712" y="5699"/>
                    <a:pt x="3774" y="5696"/>
                    <a:pt x="3836" y="5688"/>
                  </a:cubicBezTo>
                  <a:cubicBezTo>
                    <a:pt x="4537" y="5588"/>
                    <a:pt x="4970" y="5221"/>
                    <a:pt x="5237" y="4353"/>
                  </a:cubicBezTo>
                  <a:cubicBezTo>
                    <a:pt x="5871" y="5354"/>
                    <a:pt x="5904" y="5854"/>
                    <a:pt x="6571" y="5921"/>
                  </a:cubicBezTo>
                  <a:cubicBezTo>
                    <a:pt x="7005" y="5888"/>
                    <a:pt x="7439" y="5654"/>
                    <a:pt x="7706" y="5321"/>
                  </a:cubicBezTo>
                  <a:cubicBezTo>
                    <a:pt x="8206" y="4887"/>
                    <a:pt x="8540" y="4287"/>
                    <a:pt x="8606" y="3653"/>
                  </a:cubicBezTo>
                  <a:cubicBezTo>
                    <a:pt x="8740" y="2385"/>
                    <a:pt x="7739" y="1218"/>
                    <a:pt x="6538" y="784"/>
                  </a:cubicBezTo>
                  <a:cubicBezTo>
                    <a:pt x="5337" y="351"/>
                    <a:pt x="4070" y="117"/>
                    <a:pt x="2802" y="17"/>
                  </a:cubicBezTo>
                  <a:cubicBezTo>
                    <a:pt x="2679" y="6"/>
                    <a:pt x="2554" y="0"/>
                    <a:pt x="242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0" name="Google Shape;380;p52"/>
            <p:cNvSpPr/>
            <p:nvPr/>
          </p:nvSpPr>
          <p:spPr>
            <a:xfrm flipH="1">
              <a:off x="6900830" y="1401844"/>
              <a:ext cx="241574" cy="163684"/>
            </a:xfrm>
            <a:custGeom>
              <a:avLst/>
              <a:gdLst/>
              <a:ahLst/>
              <a:cxnLst/>
              <a:rect l="l" t="t" r="r" b="b"/>
              <a:pathLst>
                <a:path w="8740" h="5922" extrusionOk="0">
                  <a:moveTo>
                    <a:pt x="2427" y="0"/>
                  </a:moveTo>
                  <a:cubicBezTo>
                    <a:pt x="1379" y="0"/>
                    <a:pt x="245" y="391"/>
                    <a:pt x="67" y="1551"/>
                  </a:cubicBezTo>
                  <a:cubicBezTo>
                    <a:pt x="0" y="2185"/>
                    <a:pt x="134" y="2786"/>
                    <a:pt x="500" y="3319"/>
                  </a:cubicBezTo>
                  <a:cubicBezTo>
                    <a:pt x="867" y="3820"/>
                    <a:pt x="1301" y="4287"/>
                    <a:pt x="1768" y="4687"/>
                  </a:cubicBezTo>
                  <a:cubicBezTo>
                    <a:pt x="2291" y="5179"/>
                    <a:pt x="2927" y="5699"/>
                    <a:pt x="3650" y="5699"/>
                  </a:cubicBezTo>
                  <a:cubicBezTo>
                    <a:pt x="3712" y="5699"/>
                    <a:pt x="3774" y="5696"/>
                    <a:pt x="3836" y="5688"/>
                  </a:cubicBezTo>
                  <a:cubicBezTo>
                    <a:pt x="4537" y="5588"/>
                    <a:pt x="4970" y="5221"/>
                    <a:pt x="5237" y="4353"/>
                  </a:cubicBezTo>
                  <a:cubicBezTo>
                    <a:pt x="5871" y="5354"/>
                    <a:pt x="5904" y="5854"/>
                    <a:pt x="6571" y="5921"/>
                  </a:cubicBezTo>
                  <a:cubicBezTo>
                    <a:pt x="7005" y="5888"/>
                    <a:pt x="7439" y="5654"/>
                    <a:pt x="7706" y="5321"/>
                  </a:cubicBezTo>
                  <a:cubicBezTo>
                    <a:pt x="8206" y="4887"/>
                    <a:pt x="8540" y="4287"/>
                    <a:pt x="8606" y="3653"/>
                  </a:cubicBezTo>
                  <a:cubicBezTo>
                    <a:pt x="8740" y="2385"/>
                    <a:pt x="7739" y="1218"/>
                    <a:pt x="6538" y="784"/>
                  </a:cubicBezTo>
                  <a:cubicBezTo>
                    <a:pt x="5337" y="351"/>
                    <a:pt x="4070" y="117"/>
                    <a:pt x="2802" y="17"/>
                  </a:cubicBezTo>
                  <a:cubicBezTo>
                    <a:pt x="2679" y="6"/>
                    <a:pt x="2554" y="0"/>
                    <a:pt x="24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1" name="Google Shape;381;p52"/>
            <p:cNvSpPr/>
            <p:nvPr/>
          </p:nvSpPr>
          <p:spPr>
            <a:xfrm flipH="1">
              <a:off x="6939056" y="1276909"/>
              <a:ext cx="160036" cy="240053"/>
            </a:xfrm>
            <a:custGeom>
              <a:avLst/>
              <a:gdLst/>
              <a:ahLst/>
              <a:cxnLst/>
              <a:rect l="l" t="t" r="r" b="b"/>
              <a:pathLst>
                <a:path w="5790" h="8685" extrusionOk="0">
                  <a:moveTo>
                    <a:pt x="1502" y="0"/>
                  </a:moveTo>
                  <a:cubicBezTo>
                    <a:pt x="1602" y="1868"/>
                    <a:pt x="1535" y="4203"/>
                    <a:pt x="401" y="5838"/>
                  </a:cubicBezTo>
                  <a:cubicBezTo>
                    <a:pt x="1" y="6405"/>
                    <a:pt x="101" y="6672"/>
                    <a:pt x="468" y="7206"/>
                  </a:cubicBezTo>
                  <a:cubicBezTo>
                    <a:pt x="1302" y="8106"/>
                    <a:pt x="2469" y="8640"/>
                    <a:pt x="3670" y="8673"/>
                  </a:cubicBezTo>
                  <a:cubicBezTo>
                    <a:pt x="3770" y="8681"/>
                    <a:pt x="3864" y="8685"/>
                    <a:pt x="3954" y="8685"/>
                  </a:cubicBezTo>
                  <a:cubicBezTo>
                    <a:pt x="5789" y="8685"/>
                    <a:pt x="5624" y="7133"/>
                    <a:pt x="5338" y="7005"/>
                  </a:cubicBezTo>
                  <a:cubicBezTo>
                    <a:pt x="4704" y="6605"/>
                    <a:pt x="4437" y="5805"/>
                    <a:pt x="4738" y="5137"/>
                  </a:cubicBezTo>
                  <a:cubicBezTo>
                    <a:pt x="4838" y="4804"/>
                    <a:pt x="4971" y="4504"/>
                    <a:pt x="5138" y="4270"/>
                  </a:cubicBezTo>
                  <a:lnTo>
                    <a:pt x="3036" y="1802"/>
                  </a:lnTo>
                  <a:lnTo>
                    <a:pt x="1502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2" name="Google Shape;382;p52"/>
            <p:cNvSpPr/>
            <p:nvPr/>
          </p:nvSpPr>
          <p:spPr>
            <a:xfrm flipH="1">
              <a:off x="6955224" y="1329454"/>
              <a:ext cx="59951" cy="94087"/>
            </a:xfrm>
            <a:custGeom>
              <a:avLst/>
              <a:gdLst/>
              <a:ahLst/>
              <a:cxnLst/>
              <a:rect l="l" t="t" r="r" b="b"/>
              <a:pathLst>
                <a:path w="2169" h="3404" extrusionOk="0">
                  <a:moveTo>
                    <a:pt x="267" y="1"/>
                  </a:moveTo>
                  <a:cubicBezTo>
                    <a:pt x="267" y="34"/>
                    <a:pt x="234" y="101"/>
                    <a:pt x="234" y="168"/>
                  </a:cubicBezTo>
                  <a:cubicBezTo>
                    <a:pt x="167" y="401"/>
                    <a:pt x="100" y="668"/>
                    <a:pt x="100" y="901"/>
                  </a:cubicBezTo>
                  <a:cubicBezTo>
                    <a:pt x="0" y="1802"/>
                    <a:pt x="834" y="2903"/>
                    <a:pt x="1635" y="3403"/>
                  </a:cubicBezTo>
                  <a:lnTo>
                    <a:pt x="1702" y="3203"/>
                  </a:lnTo>
                  <a:cubicBezTo>
                    <a:pt x="1802" y="2903"/>
                    <a:pt x="1935" y="2636"/>
                    <a:pt x="2102" y="2369"/>
                  </a:cubicBezTo>
                  <a:cubicBezTo>
                    <a:pt x="2135" y="2369"/>
                    <a:pt x="2135" y="2369"/>
                    <a:pt x="2169" y="2336"/>
                  </a:cubicBezTo>
                  <a:lnTo>
                    <a:pt x="1602" y="1769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3" name="Google Shape;383;p52"/>
            <p:cNvSpPr/>
            <p:nvPr/>
          </p:nvSpPr>
          <p:spPr>
            <a:xfrm flipH="1">
              <a:off x="6815090" y="1081464"/>
              <a:ext cx="252630" cy="317169"/>
            </a:xfrm>
            <a:custGeom>
              <a:avLst/>
              <a:gdLst/>
              <a:ahLst/>
              <a:cxnLst/>
              <a:rect l="l" t="t" r="r" b="b"/>
              <a:pathLst>
                <a:path w="9140" h="11475" extrusionOk="0">
                  <a:moveTo>
                    <a:pt x="4532" y="1"/>
                  </a:moveTo>
                  <a:cubicBezTo>
                    <a:pt x="3112" y="1"/>
                    <a:pt x="1730" y="747"/>
                    <a:pt x="1001" y="2068"/>
                  </a:cubicBezTo>
                  <a:cubicBezTo>
                    <a:pt x="701" y="2602"/>
                    <a:pt x="534" y="3169"/>
                    <a:pt x="500" y="3769"/>
                  </a:cubicBezTo>
                  <a:cubicBezTo>
                    <a:pt x="267" y="6671"/>
                    <a:pt x="0" y="8372"/>
                    <a:pt x="1234" y="10007"/>
                  </a:cubicBezTo>
                  <a:cubicBezTo>
                    <a:pt x="1990" y="11019"/>
                    <a:pt x="3057" y="11474"/>
                    <a:pt x="4130" y="11474"/>
                  </a:cubicBezTo>
                  <a:cubicBezTo>
                    <a:pt x="5710" y="11474"/>
                    <a:pt x="7303" y="10488"/>
                    <a:pt x="7939" y="8839"/>
                  </a:cubicBezTo>
                  <a:cubicBezTo>
                    <a:pt x="8940" y="6338"/>
                    <a:pt x="9140" y="2001"/>
                    <a:pt x="6471" y="500"/>
                  </a:cubicBezTo>
                  <a:cubicBezTo>
                    <a:pt x="5858" y="162"/>
                    <a:pt x="5191" y="1"/>
                    <a:pt x="4532" y="1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4" name="Google Shape;384;p52"/>
            <p:cNvSpPr/>
            <p:nvPr/>
          </p:nvSpPr>
          <p:spPr>
            <a:xfrm flipH="1">
              <a:off x="6933086" y="1096169"/>
              <a:ext cx="186266" cy="175238"/>
            </a:xfrm>
            <a:custGeom>
              <a:avLst/>
              <a:gdLst/>
              <a:ahLst/>
              <a:cxnLst/>
              <a:rect l="l" t="t" r="r" b="b"/>
              <a:pathLst>
                <a:path w="6739" h="6340" extrusionOk="0">
                  <a:moveTo>
                    <a:pt x="2348" y="0"/>
                  </a:moveTo>
                  <a:cubicBezTo>
                    <a:pt x="1956" y="0"/>
                    <a:pt x="730" y="876"/>
                    <a:pt x="534" y="1269"/>
                  </a:cubicBezTo>
                  <a:cubicBezTo>
                    <a:pt x="0" y="2403"/>
                    <a:pt x="167" y="3771"/>
                    <a:pt x="934" y="4738"/>
                  </a:cubicBezTo>
                  <a:cubicBezTo>
                    <a:pt x="1234" y="5138"/>
                    <a:pt x="1568" y="5505"/>
                    <a:pt x="1935" y="5806"/>
                  </a:cubicBezTo>
                  <a:lnTo>
                    <a:pt x="3202" y="6339"/>
                  </a:lnTo>
                  <a:cubicBezTo>
                    <a:pt x="3603" y="6172"/>
                    <a:pt x="3703" y="5672"/>
                    <a:pt x="3669" y="5205"/>
                  </a:cubicBezTo>
                  <a:cubicBezTo>
                    <a:pt x="3536" y="3437"/>
                    <a:pt x="6738" y="1302"/>
                    <a:pt x="6738" y="1302"/>
                  </a:cubicBezTo>
                  <a:cubicBezTo>
                    <a:pt x="6738" y="1302"/>
                    <a:pt x="3369" y="168"/>
                    <a:pt x="2368" y="1"/>
                  </a:cubicBezTo>
                  <a:cubicBezTo>
                    <a:pt x="2362" y="1"/>
                    <a:pt x="2355" y="0"/>
                    <a:pt x="2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5" name="Google Shape;385;p52"/>
            <p:cNvSpPr/>
            <p:nvPr/>
          </p:nvSpPr>
          <p:spPr>
            <a:xfrm flipH="1">
              <a:off x="7029908" y="1207034"/>
              <a:ext cx="67055" cy="88033"/>
            </a:xfrm>
            <a:custGeom>
              <a:avLst/>
              <a:gdLst/>
              <a:ahLst/>
              <a:cxnLst/>
              <a:rect l="l" t="t" r="r" b="b"/>
              <a:pathLst>
                <a:path w="2426" h="3185" extrusionOk="0">
                  <a:moveTo>
                    <a:pt x="990" y="0"/>
                  </a:moveTo>
                  <a:cubicBezTo>
                    <a:pt x="400" y="0"/>
                    <a:pt x="1" y="587"/>
                    <a:pt x="57" y="1294"/>
                  </a:cubicBezTo>
                  <a:cubicBezTo>
                    <a:pt x="124" y="1928"/>
                    <a:pt x="424" y="2528"/>
                    <a:pt x="891" y="2962"/>
                  </a:cubicBezTo>
                  <a:cubicBezTo>
                    <a:pt x="1064" y="3117"/>
                    <a:pt x="1244" y="3184"/>
                    <a:pt x="1417" y="3184"/>
                  </a:cubicBezTo>
                  <a:cubicBezTo>
                    <a:pt x="1878" y="3184"/>
                    <a:pt x="2286" y="2701"/>
                    <a:pt x="2359" y="2095"/>
                  </a:cubicBezTo>
                  <a:cubicBezTo>
                    <a:pt x="2426" y="1361"/>
                    <a:pt x="2059" y="293"/>
                    <a:pt x="1325" y="60"/>
                  </a:cubicBezTo>
                  <a:cubicBezTo>
                    <a:pt x="1208" y="19"/>
                    <a:pt x="1096" y="0"/>
                    <a:pt x="990" y="0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6" name="Google Shape;386;p52"/>
            <p:cNvSpPr/>
            <p:nvPr/>
          </p:nvSpPr>
          <p:spPr>
            <a:xfrm flipH="1">
              <a:off x="6916499" y="1223950"/>
              <a:ext cx="18464" cy="23605"/>
            </a:xfrm>
            <a:custGeom>
              <a:avLst/>
              <a:gdLst/>
              <a:ahLst/>
              <a:cxnLst/>
              <a:rect l="l" t="t" r="r" b="b"/>
              <a:pathLst>
                <a:path w="668" h="854" extrusionOk="0">
                  <a:moveTo>
                    <a:pt x="327" y="0"/>
                  </a:moveTo>
                  <a:cubicBezTo>
                    <a:pt x="187" y="0"/>
                    <a:pt x="62" y="155"/>
                    <a:pt x="34" y="382"/>
                  </a:cubicBezTo>
                  <a:cubicBezTo>
                    <a:pt x="0" y="615"/>
                    <a:pt x="101" y="816"/>
                    <a:pt x="234" y="849"/>
                  </a:cubicBezTo>
                  <a:cubicBezTo>
                    <a:pt x="248" y="852"/>
                    <a:pt x="262" y="853"/>
                    <a:pt x="276" y="853"/>
                  </a:cubicBezTo>
                  <a:cubicBezTo>
                    <a:pt x="423" y="853"/>
                    <a:pt x="540" y="696"/>
                    <a:pt x="601" y="482"/>
                  </a:cubicBezTo>
                  <a:cubicBezTo>
                    <a:pt x="668" y="249"/>
                    <a:pt x="568" y="48"/>
                    <a:pt x="401" y="15"/>
                  </a:cubicBezTo>
                  <a:cubicBezTo>
                    <a:pt x="376" y="5"/>
                    <a:pt x="351" y="0"/>
                    <a:pt x="3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7" name="Google Shape;387;p52"/>
            <p:cNvSpPr/>
            <p:nvPr/>
          </p:nvSpPr>
          <p:spPr>
            <a:xfrm flipH="1">
              <a:off x="6842727" y="1239899"/>
              <a:ext cx="18464" cy="24240"/>
            </a:xfrm>
            <a:custGeom>
              <a:avLst/>
              <a:gdLst/>
              <a:ahLst/>
              <a:cxnLst/>
              <a:rect l="l" t="t" r="r" b="b"/>
              <a:pathLst>
                <a:path w="668" h="877" extrusionOk="0">
                  <a:moveTo>
                    <a:pt x="365" y="1"/>
                  </a:moveTo>
                  <a:cubicBezTo>
                    <a:pt x="239" y="1"/>
                    <a:pt x="94" y="159"/>
                    <a:pt x="33" y="372"/>
                  </a:cubicBezTo>
                  <a:cubicBezTo>
                    <a:pt x="0" y="606"/>
                    <a:pt x="100" y="839"/>
                    <a:pt x="234" y="872"/>
                  </a:cubicBezTo>
                  <a:cubicBezTo>
                    <a:pt x="248" y="875"/>
                    <a:pt x="262" y="877"/>
                    <a:pt x="276" y="877"/>
                  </a:cubicBezTo>
                  <a:cubicBezTo>
                    <a:pt x="428" y="877"/>
                    <a:pt x="570" y="719"/>
                    <a:pt x="600" y="505"/>
                  </a:cubicBezTo>
                  <a:cubicBezTo>
                    <a:pt x="667" y="272"/>
                    <a:pt x="567" y="38"/>
                    <a:pt x="400" y="5"/>
                  </a:cubicBezTo>
                  <a:cubicBezTo>
                    <a:pt x="389" y="2"/>
                    <a:pt x="377" y="1"/>
                    <a:pt x="3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8" name="Google Shape;388;p52"/>
            <p:cNvSpPr/>
            <p:nvPr/>
          </p:nvSpPr>
          <p:spPr>
            <a:xfrm flipH="1">
              <a:off x="6870395" y="1250181"/>
              <a:ext cx="27695" cy="56634"/>
            </a:xfrm>
            <a:custGeom>
              <a:avLst/>
              <a:gdLst/>
              <a:ahLst/>
              <a:cxnLst/>
              <a:rect l="l" t="t" r="r" b="b"/>
              <a:pathLst>
                <a:path w="1002" h="2049" extrusionOk="0">
                  <a:moveTo>
                    <a:pt x="501" y="0"/>
                  </a:moveTo>
                  <a:lnTo>
                    <a:pt x="1" y="1868"/>
                  </a:lnTo>
                  <a:cubicBezTo>
                    <a:pt x="181" y="1988"/>
                    <a:pt x="385" y="2048"/>
                    <a:pt x="592" y="2048"/>
                  </a:cubicBezTo>
                  <a:cubicBezTo>
                    <a:pt x="729" y="2048"/>
                    <a:pt x="868" y="2021"/>
                    <a:pt x="1001" y="1968"/>
                  </a:cubicBezTo>
                  <a:cubicBezTo>
                    <a:pt x="735" y="1334"/>
                    <a:pt x="568" y="667"/>
                    <a:pt x="501" y="0"/>
                  </a:cubicBezTo>
                  <a:close/>
                </a:path>
              </a:pathLst>
            </a:custGeom>
            <a:solidFill>
              <a:srgbClr val="FF565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9" name="Google Shape;389;p52"/>
            <p:cNvSpPr/>
            <p:nvPr/>
          </p:nvSpPr>
          <p:spPr>
            <a:xfrm flipH="1">
              <a:off x="6906355" y="1306042"/>
              <a:ext cx="44279" cy="35434"/>
            </a:xfrm>
            <a:custGeom>
              <a:avLst/>
              <a:gdLst/>
              <a:ahLst/>
              <a:cxnLst/>
              <a:rect l="l" t="t" r="r" b="b"/>
              <a:pathLst>
                <a:path w="1602" h="1282" extrusionOk="0">
                  <a:moveTo>
                    <a:pt x="96" y="0"/>
                  </a:moveTo>
                  <a:cubicBezTo>
                    <a:pt x="87" y="0"/>
                    <a:pt x="77" y="4"/>
                    <a:pt x="67" y="14"/>
                  </a:cubicBezTo>
                  <a:cubicBezTo>
                    <a:pt x="34" y="14"/>
                    <a:pt x="0" y="47"/>
                    <a:pt x="34" y="81"/>
                  </a:cubicBezTo>
                  <a:cubicBezTo>
                    <a:pt x="267" y="614"/>
                    <a:pt x="701" y="1015"/>
                    <a:pt x="1235" y="1215"/>
                  </a:cubicBezTo>
                  <a:cubicBezTo>
                    <a:pt x="1335" y="1248"/>
                    <a:pt x="1435" y="1281"/>
                    <a:pt x="1501" y="1281"/>
                  </a:cubicBezTo>
                  <a:cubicBezTo>
                    <a:pt x="1568" y="1281"/>
                    <a:pt x="1602" y="1248"/>
                    <a:pt x="1602" y="1215"/>
                  </a:cubicBezTo>
                  <a:cubicBezTo>
                    <a:pt x="1602" y="1181"/>
                    <a:pt x="1568" y="1148"/>
                    <a:pt x="1535" y="1148"/>
                  </a:cubicBezTo>
                  <a:cubicBezTo>
                    <a:pt x="934" y="1015"/>
                    <a:pt x="434" y="614"/>
                    <a:pt x="167" y="47"/>
                  </a:cubicBezTo>
                  <a:cubicBezTo>
                    <a:pt x="144" y="24"/>
                    <a:pt x="120" y="0"/>
                    <a:pt x="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0" name="Google Shape;390;p52"/>
            <p:cNvSpPr/>
            <p:nvPr/>
          </p:nvSpPr>
          <p:spPr>
            <a:xfrm flipH="1">
              <a:off x="6907267" y="1191418"/>
              <a:ext cx="39691" cy="16363"/>
            </a:xfrm>
            <a:custGeom>
              <a:avLst/>
              <a:gdLst/>
              <a:ahLst/>
              <a:cxnLst/>
              <a:rect l="l" t="t" r="r" b="b"/>
              <a:pathLst>
                <a:path w="1436" h="592" extrusionOk="0">
                  <a:moveTo>
                    <a:pt x="926" y="1"/>
                  </a:moveTo>
                  <a:cubicBezTo>
                    <a:pt x="612" y="1"/>
                    <a:pt x="306" y="120"/>
                    <a:pt x="68" y="358"/>
                  </a:cubicBezTo>
                  <a:cubicBezTo>
                    <a:pt x="1" y="391"/>
                    <a:pt x="1" y="492"/>
                    <a:pt x="68" y="558"/>
                  </a:cubicBezTo>
                  <a:cubicBezTo>
                    <a:pt x="68" y="558"/>
                    <a:pt x="101" y="592"/>
                    <a:pt x="101" y="592"/>
                  </a:cubicBezTo>
                  <a:cubicBezTo>
                    <a:pt x="168" y="592"/>
                    <a:pt x="201" y="592"/>
                    <a:pt x="234" y="558"/>
                  </a:cubicBezTo>
                  <a:cubicBezTo>
                    <a:pt x="447" y="372"/>
                    <a:pt x="722" y="271"/>
                    <a:pt x="1011" y="271"/>
                  </a:cubicBezTo>
                  <a:cubicBezTo>
                    <a:pt x="1085" y="271"/>
                    <a:pt x="1160" y="278"/>
                    <a:pt x="1235" y="291"/>
                  </a:cubicBezTo>
                  <a:cubicBezTo>
                    <a:pt x="1253" y="300"/>
                    <a:pt x="1271" y="304"/>
                    <a:pt x="1288" y="304"/>
                  </a:cubicBezTo>
                  <a:cubicBezTo>
                    <a:pt x="1335" y="304"/>
                    <a:pt x="1377" y="274"/>
                    <a:pt x="1402" y="225"/>
                  </a:cubicBezTo>
                  <a:cubicBezTo>
                    <a:pt x="1435" y="158"/>
                    <a:pt x="1368" y="58"/>
                    <a:pt x="1302" y="58"/>
                  </a:cubicBezTo>
                  <a:cubicBezTo>
                    <a:pt x="1178" y="20"/>
                    <a:pt x="1051" y="1"/>
                    <a:pt x="9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1" name="Google Shape;391;p52"/>
            <p:cNvSpPr/>
            <p:nvPr/>
          </p:nvSpPr>
          <p:spPr>
            <a:xfrm flipH="1">
              <a:off x="6819675" y="1202805"/>
              <a:ext cx="32311" cy="28276"/>
            </a:xfrm>
            <a:custGeom>
              <a:avLst/>
              <a:gdLst/>
              <a:ahLst/>
              <a:cxnLst/>
              <a:rect l="l" t="t" r="r" b="b"/>
              <a:pathLst>
                <a:path w="1169" h="1023" extrusionOk="0">
                  <a:moveTo>
                    <a:pt x="132" y="0"/>
                  </a:moveTo>
                  <a:cubicBezTo>
                    <a:pt x="71" y="0"/>
                    <a:pt x="34" y="38"/>
                    <a:pt x="34" y="113"/>
                  </a:cubicBezTo>
                  <a:cubicBezTo>
                    <a:pt x="1" y="113"/>
                    <a:pt x="1" y="146"/>
                    <a:pt x="34" y="180"/>
                  </a:cubicBezTo>
                  <a:cubicBezTo>
                    <a:pt x="34" y="213"/>
                    <a:pt x="67" y="246"/>
                    <a:pt x="101" y="246"/>
                  </a:cubicBezTo>
                  <a:cubicBezTo>
                    <a:pt x="468" y="346"/>
                    <a:pt x="734" y="580"/>
                    <a:pt x="868" y="913"/>
                  </a:cubicBezTo>
                  <a:cubicBezTo>
                    <a:pt x="895" y="968"/>
                    <a:pt x="945" y="1022"/>
                    <a:pt x="1016" y="1022"/>
                  </a:cubicBezTo>
                  <a:cubicBezTo>
                    <a:pt x="1032" y="1022"/>
                    <a:pt x="1050" y="1020"/>
                    <a:pt x="1068" y="1014"/>
                  </a:cubicBezTo>
                  <a:cubicBezTo>
                    <a:pt x="1135" y="980"/>
                    <a:pt x="1168" y="913"/>
                    <a:pt x="1168" y="847"/>
                  </a:cubicBezTo>
                  <a:cubicBezTo>
                    <a:pt x="1001" y="413"/>
                    <a:pt x="634" y="113"/>
                    <a:pt x="201" y="13"/>
                  </a:cubicBezTo>
                  <a:cubicBezTo>
                    <a:pt x="176" y="4"/>
                    <a:pt x="153" y="0"/>
                    <a:pt x="1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2" name="Google Shape;392;p52"/>
            <p:cNvSpPr/>
            <p:nvPr/>
          </p:nvSpPr>
          <p:spPr>
            <a:xfrm flipH="1">
              <a:off x="6260960" y="1795085"/>
              <a:ext cx="597466" cy="321785"/>
            </a:xfrm>
            <a:custGeom>
              <a:avLst/>
              <a:gdLst/>
              <a:ahLst/>
              <a:cxnLst/>
              <a:rect l="l" t="t" r="r" b="b"/>
              <a:pathLst>
                <a:path w="21616" h="11642" extrusionOk="0">
                  <a:moveTo>
                    <a:pt x="2168" y="0"/>
                  </a:moveTo>
                  <a:cubicBezTo>
                    <a:pt x="1501" y="0"/>
                    <a:pt x="967" y="501"/>
                    <a:pt x="901" y="1168"/>
                  </a:cubicBezTo>
                  <a:lnTo>
                    <a:pt x="67" y="10441"/>
                  </a:lnTo>
                  <a:cubicBezTo>
                    <a:pt x="0" y="11075"/>
                    <a:pt x="500" y="11608"/>
                    <a:pt x="1134" y="11608"/>
                  </a:cubicBezTo>
                  <a:lnTo>
                    <a:pt x="19447" y="11642"/>
                  </a:lnTo>
                  <a:cubicBezTo>
                    <a:pt x="20081" y="11642"/>
                    <a:pt x="20648" y="11141"/>
                    <a:pt x="20715" y="10474"/>
                  </a:cubicBezTo>
                  <a:lnTo>
                    <a:pt x="21549" y="1234"/>
                  </a:lnTo>
                  <a:cubicBezTo>
                    <a:pt x="21616" y="601"/>
                    <a:pt x="21115" y="34"/>
                    <a:pt x="20481" y="34"/>
                  </a:cubicBezTo>
                  <a:lnTo>
                    <a:pt x="2168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3" name="Google Shape;393;p52"/>
            <p:cNvSpPr/>
            <p:nvPr/>
          </p:nvSpPr>
          <p:spPr>
            <a:xfrm flipH="1">
              <a:off x="6260960" y="1795085"/>
              <a:ext cx="597466" cy="321785"/>
            </a:xfrm>
            <a:custGeom>
              <a:avLst/>
              <a:gdLst/>
              <a:ahLst/>
              <a:cxnLst/>
              <a:rect l="l" t="t" r="r" b="b"/>
              <a:pathLst>
                <a:path w="21616" h="11642" extrusionOk="0">
                  <a:moveTo>
                    <a:pt x="2168" y="0"/>
                  </a:moveTo>
                  <a:cubicBezTo>
                    <a:pt x="1501" y="0"/>
                    <a:pt x="967" y="501"/>
                    <a:pt x="901" y="1168"/>
                  </a:cubicBezTo>
                  <a:lnTo>
                    <a:pt x="67" y="10441"/>
                  </a:lnTo>
                  <a:cubicBezTo>
                    <a:pt x="0" y="11075"/>
                    <a:pt x="500" y="11608"/>
                    <a:pt x="1134" y="11608"/>
                  </a:cubicBezTo>
                  <a:lnTo>
                    <a:pt x="19447" y="11642"/>
                  </a:lnTo>
                  <a:cubicBezTo>
                    <a:pt x="20081" y="11642"/>
                    <a:pt x="20648" y="11141"/>
                    <a:pt x="20715" y="10474"/>
                  </a:cubicBezTo>
                  <a:lnTo>
                    <a:pt x="21549" y="1234"/>
                  </a:lnTo>
                  <a:cubicBezTo>
                    <a:pt x="21616" y="601"/>
                    <a:pt x="21115" y="34"/>
                    <a:pt x="20481" y="34"/>
                  </a:cubicBezTo>
                  <a:lnTo>
                    <a:pt x="21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4" name="Google Shape;394;p52"/>
            <p:cNvSpPr/>
            <p:nvPr/>
          </p:nvSpPr>
          <p:spPr>
            <a:xfrm flipH="1">
              <a:off x="6246200" y="1794145"/>
              <a:ext cx="597494" cy="321813"/>
            </a:xfrm>
            <a:custGeom>
              <a:avLst/>
              <a:gdLst/>
              <a:ahLst/>
              <a:cxnLst/>
              <a:rect l="l" t="t" r="r" b="b"/>
              <a:pathLst>
                <a:path w="21617" h="11643" extrusionOk="0">
                  <a:moveTo>
                    <a:pt x="2202" y="1"/>
                  </a:moveTo>
                  <a:cubicBezTo>
                    <a:pt x="1535" y="1"/>
                    <a:pt x="968" y="501"/>
                    <a:pt x="901" y="1168"/>
                  </a:cubicBezTo>
                  <a:lnTo>
                    <a:pt x="68" y="10408"/>
                  </a:lnTo>
                  <a:cubicBezTo>
                    <a:pt x="1" y="11042"/>
                    <a:pt x="501" y="11609"/>
                    <a:pt x="1135" y="11609"/>
                  </a:cubicBezTo>
                  <a:lnTo>
                    <a:pt x="19448" y="11642"/>
                  </a:lnTo>
                  <a:cubicBezTo>
                    <a:pt x="20082" y="11642"/>
                    <a:pt x="20649" y="11142"/>
                    <a:pt x="20716" y="10475"/>
                  </a:cubicBezTo>
                  <a:lnTo>
                    <a:pt x="21550" y="1202"/>
                  </a:lnTo>
                  <a:cubicBezTo>
                    <a:pt x="21616" y="601"/>
                    <a:pt x="21116" y="34"/>
                    <a:pt x="20482" y="34"/>
                  </a:cubicBezTo>
                  <a:lnTo>
                    <a:pt x="22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5" name="Google Shape;395;p52"/>
            <p:cNvSpPr/>
            <p:nvPr/>
          </p:nvSpPr>
          <p:spPr>
            <a:xfrm flipH="1">
              <a:off x="6507118" y="1919301"/>
              <a:ext cx="84827" cy="71698"/>
            </a:xfrm>
            <a:custGeom>
              <a:avLst/>
              <a:gdLst/>
              <a:ahLst/>
              <a:cxnLst/>
              <a:rect l="l" t="t" r="r" b="b"/>
              <a:pathLst>
                <a:path w="3069" h="2594" extrusionOk="0">
                  <a:moveTo>
                    <a:pt x="1677" y="0"/>
                  </a:moveTo>
                  <a:cubicBezTo>
                    <a:pt x="634" y="0"/>
                    <a:pt x="0" y="1252"/>
                    <a:pt x="700" y="2111"/>
                  </a:cubicBezTo>
                  <a:cubicBezTo>
                    <a:pt x="970" y="2442"/>
                    <a:pt x="1335" y="2593"/>
                    <a:pt x="1695" y="2593"/>
                  </a:cubicBezTo>
                  <a:cubicBezTo>
                    <a:pt x="2313" y="2593"/>
                    <a:pt x="2917" y="2148"/>
                    <a:pt x="3001" y="1410"/>
                  </a:cubicBezTo>
                  <a:cubicBezTo>
                    <a:pt x="3068" y="710"/>
                    <a:pt x="2534" y="76"/>
                    <a:pt x="1834" y="9"/>
                  </a:cubicBezTo>
                  <a:cubicBezTo>
                    <a:pt x="1781" y="3"/>
                    <a:pt x="1729" y="0"/>
                    <a:pt x="16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6" name="Google Shape;396;p52"/>
            <p:cNvSpPr/>
            <p:nvPr/>
          </p:nvSpPr>
          <p:spPr>
            <a:xfrm flipH="1">
              <a:off x="6298772" y="2114083"/>
              <a:ext cx="553215" cy="29547"/>
            </a:xfrm>
            <a:custGeom>
              <a:avLst/>
              <a:gdLst/>
              <a:ahLst/>
              <a:cxnLst/>
              <a:rect l="l" t="t" r="r" b="b"/>
              <a:pathLst>
                <a:path w="20015" h="1069" extrusionOk="0">
                  <a:moveTo>
                    <a:pt x="401" y="1"/>
                  </a:moveTo>
                  <a:cubicBezTo>
                    <a:pt x="167" y="1"/>
                    <a:pt x="1" y="234"/>
                    <a:pt x="1" y="501"/>
                  </a:cubicBezTo>
                  <a:cubicBezTo>
                    <a:pt x="1" y="768"/>
                    <a:pt x="167" y="1001"/>
                    <a:pt x="401" y="1001"/>
                  </a:cubicBezTo>
                  <a:lnTo>
                    <a:pt x="19281" y="1068"/>
                  </a:lnTo>
                  <a:cubicBezTo>
                    <a:pt x="19681" y="1068"/>
                    <a:pt x="20015" y="635"/>
                    <a:pt x="20015" y="67"/>
                  </a:cubicBezTo>
                  <a:lnTo>
                    <a:pt x="401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7" name="Google Shape;397;p52"/>
            <p:cNvSpPr/>
            <p:nvPr/>
          </p:nvSpPr>
          <p:spPr>
            <a:xfrm flipH="1">
              <a:off x="6298772" y="2114083"/>
              <a:ext cx="553215" cy="29547"/>
            </a:xfrm>
            <a:custGeom>
              <a:avLst/>
              <a:gdLst/>
              <a:ahLst/>
              <a:cxnLst/>
              <a:rect l="l" t="t" r="r" b="b"/>
              <a:pathLst>
                <a:path w="20015" h="1069" extrusionOk="0">
                  <a:moveTo>
                    <a:pt x="401" y="1"/>
                  </a:moveTo>
                  <a:cubicBezTo>
                    <a:pt x="167" y="1"/>
                    <a:pt x="1" y="234"/>
                    <a:pt x="1" y="501"/>
                  </a:cubicBezTo>
                  <a:cubicBezTo>
                    <a:pt x="1" y="768"/>
                    <a:pt x="167" y="1001"/>
                    <a:pt x="401" y="1001"/>
                  </a:cubicBezTo>
                  <a:lnTo>
                    <a:pt x="19281" y="1068"/>
                  </a:lnTo>
                  <a:cubicBezTo>
                    <a:pt x="19681" y="1068"/>
                    <a:pt x="20015" y="635"/>
                    <a:pt x="20015" y="67"/>
                  </a:cubicBezTo>
                  <a:lnTo>
                    <a:pt x="4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8" name="Google Shape;398;p52"/>
            <p:cNvSpPr/>
            <p:nvPr/>
          </p:nvSpPr>
          <p:spPr>
            <a:xfrm flipH="1">
              <a:off x="6830762" y="2113862"/>
              <a:ext cx="289529" cy="27916"/>
            </a:xfrm>
            <a:custGeom>
              <a:avLst/>
              <a:gdLst/>
              <a:ahLst/>
              <a:cxnLst/>
              <a:rect l="l" t="t" r="r" b="b"/>
              <a:pathLst>
                <a:path w="10475" h="1010" extrusionOk="0">
                  <a:moveTo>
                    <a:pt x="99" y="0"/>
                  </a:moveTo>
                  <a:cubicBezTo>
                    <a:pt x="46" y="0"/>
                    <a:pt x="1" y="60"/>
                    <a:pt x="1" y="142"/>
                  </a:cubicBezTo>
                  <a:cubicBezTo>
                    <a:pt x="1" y="609"/>
                    <a:pt x="401" y="1009"/>
                    <a:pt x="901" y="1009"/>
                  </a:cubicBezTo>
                  <a:lnTo>
                    <a:pt x="9974" y="1009"/>
                  </a:lnTo>
                  <a:cubicBezTo>
                    <a:pt x="10241" y="1009"/>
                    <a:pt x="10475" y="776"/>
                    <a:pt x="10475" y="509"/>
                  </a:cubicBezTo>
                  <a:cubicBezTo>
                    <a:pt x="10475" y="228"/>
                    <a:pt x="10270" y="6"/>
                    <a:pt x="10025" y="6"/>
                  </a:cubicBezTo>
                  <a:cubicBezTo>
                    <a:pt x="10009" y="6"/>
                    <a:pt x="9992" y="7"/>
                    <a:pt x="9974" y="9"/>
                  </a:cubicBezTo>
                  <a:lnTo>
                    <a:pt x="134" y="9"/>
                  </a:lnTo>
                  <a:cubicBezTo>
                    <a:pt x="122" y="3"/>
                    <a:pt x="110" y="0"/>
                    <a:pt x="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9" name="Google Shape;399;p52"/>
            <p:cNvSpPr/>
            <p:nvPr/>
          </p:nvSpPr>
          <p:spPr>
            <a:xfrm flipH="1">
              <a:off x="6938612" y="1935222"/>
              <a:ext cx="99615" cy="108708"/>
            </a:xfrm>
            <a:custGeom>
              <a:avLst/>
              <a:gdLst/>
              <a:ahLst/>
              <a:cxnLst/>
              <a:rect l="l" t="t" r="r" b="b"/>
              <a:pathLst>
                <a:path w="3604" h="3933" extrusionOk="0">
                  <a:moveTo>
                    <a:pt x="3603" y="0"/>
                  </a:moveTo>
                  <a:lnTo>
                    <a:pt x="2102" y="467"/>
                  </a:lnTo>
                  <a:cubicBezTo>
                    <a:pt x="1268" y="668"/>
                    <a:pt x="768" y="1468"/>
                    <a:pt x="401" y="2169"/>
                  </a:cubicBezTo>
                  <a:lnTo>
                    <a:pt x="0" y="3003"/>
                  </a:lnTo>
                  <a:cubicBezTo>
                    <a:pt x="99" y="3745"/>
                    <a:pt x="949" y="3933"/>
                    <a:pt x="1782" y="3933"/>
                  </a:cubicBezTo>
                  <a:cubicBezTo>
                    <a:pt x="2634" y="3933"/>
                    <a:pt x="3470" y="3736"/>
                    <a:pt x="3470" y="3736"/>
                  </a:cubicBezTo>
                  <a:lnTo>
                    <a:pt x="3603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00" name="Google Shape;400;p52"/>
            <p:cNvSpPr/>
            <p:nvPr/>
          </p:nvSpPr>
          <p:spPr>
            <a:xfrm flipH="1">
              <a:off x="6875924" y="1935222"/>
              <a:ext cx="66419" cy="103291"/>
            </a:xfrm>
            <a:custGeom>
              <a:avLst/>
              <a:gdLst/>
              <a:ahLst/>
              <a:cxnLst/>
              <a:rect l="l" t="t" r="r" b="b"/>
              <a:pathLst>
                <a:path w="2403" h="3737" extrusionOk="0">
                  <a:moveTo>
                    <a:pt x="134" y="0"/>
                  </a:moveTo>
                  <a:lnTo>
                    <a:pt x="1" y="3736"/>
                  </a:lnTo>
                  <a:lnTo>
                    <a:pt x="1" y="3736"/>
                  </a:lnTo>
                  <a:lnTo>
                    <a:pt x="1935" y="3136"/>
                  </a:lnTo>
                  <a:lnTo>
                    <a:pt x="2402" y="103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01" name="Google Shape;401;p52"/>
            <p:cNvSpPr/>
            <p:nvPr/>
          </p:nvSpPr>
          <p:spPr>
            <a:xfrm flipH="1">
              <a:off x="6788335" y="1006779"/>
              <a:ext cx="334720" cy="188975"/>
            </a:xfrm>
            <a:custGeom>
              <a:avLst/>
              <a:gdLst/>
              <a:ahLst/>
              <a:cxnLst/>
              <a:rect l="l" t="t" r="r" b="b"/>
              <a:pathLst>
                <a:path w="12110" h="6837" extrusionOk="0">
                  <a:moveTo>
                    <a:pt x="6303" y="0"/>
                  </a:moveTo>
                  <a:cubicBezTo>
                    <a:pt x="5917" y="0"/>
                    <a:pt x="5491" y="154"/>
                    <a:pt x="5138" y="533"/>
                  </a:cubicBezTo>
                  <a:cubicBezTo>
                    <a:pt x="4802" y="329"/>
                    <a:pt x="4428" y="227"/>
                    <a:pt x="4058" y="227"/>
                  </a:cubicBezTo>
                  <a:cubicBezTo>
                    <a:pt x="3581" y="227"/>
                    <a:pt x="3111" y="396"/>
                    <a:pt x="2736" y="734"/>
                  </a:cubicBezTo>
                  <a:cubicBezTo>
                    <a:pt x="2536" y="934"/>
                    <a:pt x="2402" y="1234"/>
                    <a:pt x="2469" y="1534"/>
                  </a:cubicBezTo>
                  <a:cubicBezTo>
                    <a:pt x="935" y="1568"/>
                    <a:pt x="1" y="3302"/>
                    <a:pt x="868" y="4603"/>
                  </a:cubicBezTo>
                  <a:cubicBezTo>
                    <a:pt x="1040" y="4882"/>
                    <a:pt x="1377" y="4981"/>
                    <a:pt x="1729" y="4981"/>
                  </a:cubicBezTo>
                  <a:cubicBezTo>
                    <a:pt x="1924" y="4981"/>
                    <a:pt x="2124" y="4951"/>
                    <a:pt x="2302" y="4903"/>
                  </a:cubicBezTo>
                  <a:cubicBezTo>
                    <a:pt x="2602" y="5404"/>
                    <a:pt x="3036" y="5737"/>
                    <a:pt x="3603" y="5871"/>
                  </a:cubicBezTo>
                  <a:cubicBezTo>
                    <a:pt x="4165" y="6054"/>
                    <a:pt x="4802" y="6115"/>
                    <a:pt x="5413" y="6115"/>
                  </a:cubicBezTo>
                  <a:cubicBezTo>
                    <a:pt x="6577" y="6115"/>
                    <a:pt x="7644" y="5892"/>
                    <a:pt x="7906" y="5871"/>
                  </a:cubicBezTo>
                  <a:cubicBezTo>
                    <a:pt x="8003" y="5854"/>
                    <a:pt x="8101" y="5846"/>
                    <a:pt x="8197" y="5846"/>
                  </a:cubicBezTo>
                  <a:cubicBezTo>
                    <a:pt x="8499" y="5846"/>
                    <a:pt x="8796" y="5927"/>
                    <a:pt x="9074" y="6104"/>
                  </a:cubicBezTo>
                  <a:cubicBezTo>
                    <a:pt x="8907" y="6304"/>
                    <a:pt x="8673" y="6438"/>
                    <a:pt x="8407" y="6438"/>
                  </a:cubicBezTo>
                  <a:cubicBezTo>
                    <a:pt x="8310" y="6452"/>
                    <a:pt x="8207" y="6460"/>
                    <a:pt x="8104" y="6460"/>
                  </a:cubicBezTo>
                  <a:cubicBezTo>
                    <a:pt x="7958" y="6460"/>
                    <a:pt x="7810" y="6443"/>
                    <a:pt x="7673" y="6404"/>
                  </a:cubicBezTo>
                  <a:lnTo>
                    <a:pt x="7673" y="6404"/>
                  </a:lnTo>
                  <a:cubicBezTo>
                    <a:pt x="8092" y="6693"/>
                    <a:pt x="8614" y="6837"/>
                    <a:pt x="9143" y="6837"/>
                  </a:cubicBezTo>
                  <a:cubicBezTo>
                    <a:pt x="9287" y="6837"/>
                    <a:pt x="9431" y="6826"/>
                    <a:pt x="9574" y="6805"/>
                  </a:cubicBezTo>
                  <a:cubicBezTo>
                    <a:pt x="9841" y="6671"/>
                    <a:pt x="10141" y="6538"/>
                    <a:pt x="10441" y="6438"/>
                  </a:cubicBezTo>
                  <a:cubicBezTo>
                    <a:pt x="10484" y="6431"/>
                    <a:pt x="10530" y="6428"/>
                    <a:pt x="10578" y="6428"/>
                  </a:cubicBezTo>
                  <a:cubicBezTo>
                    <a:pt x="10706" y="6428"/>
                    <a:pt x="10838" y="6447"/>
                    <a:pt x="10889" y="6447"/>
                  </a:cubicBezTo>
                  <a:cubicBezTo>
                    <a:pt x="10908" y="6447"/>
                    <a:pt x="10915" y="6445"/>
                    <a:pt x="10908" y="6438"/>
                  </a:cubicBezTo>
                  <a:cubicBezTo>
                    <a:pt x="11776" y="6404"/>
                    <a:pt x="12109" y="5404"/>
                    <a:pt x="12009" y="4970"/>
                  </a:cubicBezTo>
                  <a:cubicBezTo>
                    <a:pt x="11876" y="4370"/>
                    <a:pt x="11542" y="3903"/>
                    <a:pt x="11042" y="3569"/>
                  </a:cubicBezTo>
                  <a:cubicBezTo>
                    <a:pt x="11342" y="2735"/>
                    <a:pt x="10942" y="1701"/>
                    <a:pt x="9908" y="1000"/>
                  </a:cubicBezTo>
                  <a:cubicBezTo>
                    <a:pt x="9485" y="751"/>
                    <a:pt x="8996" y="623"/>
                    <a:pt x="8498" y="623"/>
                  </a:cubicBezTo>
                  <a:cubicBezTo>
                    <a:pt x="8131" y="623"/>
                    <a:pt x="7760" y="692"/>
                    <a:pt x="7406" y="834"/>
                  </a:cubicBezTo>
                  <a:cubicBezTo>
                    <a:pt x="7406" y="368"/>
                    <a:pt x="6901" y="0"/>
                    <a:pt x="63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02" name="Google Shape;402;p52"/>
            <p:cNvSpPr/>
            <p:nvPr/>
          </p:nvSpPr>
          <p:spPr>
            <a:xfrm flipH="1">
              <a:off x="7640267" y="4455229"/>
              <a:ext cx="351304" cy="89802"/>
            </a:xfrm>
            <a:custGeom>
              <a:avLst/>
              <a:gdLst/>
              <a:ahLst/>
              <a:cxnLst/>
              <a:rect l="l" t="t" r="r" b="b"/>
              <a:pathLst>
                <a:path w="12710" h="3249" extrusionOk="0">
                  <a:moveTo>
                    <a:pt x="5283" y="0"/>
                  </a:moveTo>
                  <a:cubicBezTo>
                    <a:pt x="2326" y="0"/>
                    <a:pt x="63" y="563"/>
                    <a:pt x="34" y="1362"/>
                  </a:cubicBezTo>
                  <a:cubicBezTo>
                    <a:pt x="0" y="2230"/>
                    <a:pt x="2802" y="3064"/>
                    <a:pt x="6271" y="3230"/>
                  </a:cubicBezTo>
                  <a:cubicBezTo>
                    <a:pt x="6600" y="3243"/>
                    <a:pt x="6922" y="3249"/>
                    <a:pt x="7237" y="3249"/>
                  </a:cubicBezTo>
                  <a:cubicBezTo>
                    <a:pt x="10287" y="3249"/>
                    <a:pt x="12646" y="2682"/>
                    <a:pt x="12676" y="1896"/>
                  </a:cubicBezTo>
                  <a:cubicBezTo>
                    <a:pt x="12709" y="995"/>
                    <a:pt x="9907" y="162"/>
                    <a:pt x="6438" y="28"/>
                  </a:cubicBezTo>
                  <a:cubicBezTo>
                    <a:pt x="6044" y="9"/>
                    <a:pt x="5658" y="0"/>
                    <a:pt x="52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03" name="Google Shape;403;p52"/>
            <p:cNvSpPr/>
            <p:nvPr/>
          </p:nvSpPr>
          <p:spPr>
            <a:xfrm flipH="1">
              <a:off x="7638443" y="4447683"/>
              <a:ext cx="352217" cy="59979"/>
            </a:xfrm>
            <a:custGeom>
              <a:avLst/>
              <a:gdLst/>
              <a:ahLst/>
              <a:cxnLst/>
              <a:rect l="l" t="t" r="r" b="b"/>
              <a:pathLst>
                <a:path w="12743" h="2170" extrusionOk="0">
                  <a:moveTo>
                    <a:pt x="67" y="1"/>
                  </a:moveTo>
                  <a:lnTo>
                    <a:pt x="1" y="1602"/>
                  </a:lnTo>
                  <a:lnTo>
                    <a:pt x="12676" y="2169"/>
                  </a:lnTo>
                  <a:lnTo>
                    <a:pt x="12743" y="568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04" name="Google Shape;404;p52"/>
            <p:cNvSpPr/>
            <p:nvPr/>
          </p:nvSpPr>
          <p:spPr>
            <a:xfrm flipH="1">
              <a:off x="7637503" y="4410977"/>
              <a:ext cx="352244" cy="89802"/>
            </a:xfrm>
            <a:custGeom>
              <a:avLst/>
              <a:gdLst/>
              <a:ahLst/>
              <a:cxnLst/>
              <a:rect l="l" t="t" r="r" b="b"/>
              <a:pathLst>
                <a:path w="12744" h="3249" extrusionOk="0">
                  <a:moveTo>
                    <a:pt x="5283" y="0"/>
                  </a:moveTo>
                  <a:cubicBezTo>
                    <a:pt x="2326" y="0"/>
                    <a:pt x="64" y="563"/>
                    <a:pt x="34" y="1362"/>
                  </a:cubicBezTo>
                  <a:cubicBezTo>
                    <a:pt x="1" y="2230"/>
                    <a:pt x="2803" y="3063"/>
                    <a:pt x="6272" y="3230"/>
                  </a:cubicBezTo>
                  <a:cubicBezTo>
                    <a:pt x="6600" y="3243"/>
                    <a:pt x="6923" y="3249"/>
                    <a:pt x="7238" y="3249"/>
                  </a:cubicBezTo>
                  <a:cubicBezTo>
                    <a:pt x="10287" y="3249"/>
                    <a:pt x="12646" y="2682"/>
                    <a:pt x="12677" y="1896"/>
                  </a:cubicBezTo>
                  <a:cubicBezTo>
                    <a:pt x="12743" y="995"/>
                    <a:pt x="9908" y="161"/>
                    <a:pt x="6439" y="28"/>
                  </a:cubicBezTo>
                  <a:cubicBezTo>
                    <a:pt x="6045" y="9"/>
                    <a:pt x="5658" y="0"/>
                    <a:pt x="52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05" name="Google Shape;405;p52"/>
            <p:cNvSpPr/>
            <p:nvPr/>
          </p:nvSpPr>
          <p:spPr>
            <a:xfrm flipH="1">
              <a:off x="7660554" y="4423001"/>
              <a:ext cx="306141" cy="41322"/>
            </a:xfrm>
            <a:custGeom>
              <a:avLst/>
              <a:gdLst/>
              <a:ahLst/>
              <a:cxnLst/>
              <a:rect l="l" t="t" r="r" b="b"/>
              <a:pathLst>
                <a:path w="11076" h="1495" extrusionOk="0">
                  <a:moveTo>
                    <a:pt x="4406" y="1"/>
                  </a:moveTo>
                  <a:cubicBezTo>
                    <a:pt x="1901" y="1"/>
                    <a:pt x="30" y="372"/>
                    <a:pt x="1" y="894"/>
                  </a:cubicBezTo>
                  <a:cubicBezTo>
                    <a:pt x="1" y="927"/>
                    <a:pt x="34" y="994"/>
                    <a:pt x="68" y="1061"/>
                  </a:cubicBezTo>
                  <a:cubicBezTo>
                    <a:pt x="416" y="595"/>
                    <a:pt x="2235" y="308"/>
                    <a:pt x="4529" y="308"/>
                  </a:cubicBezTo>
                  <a:cubicBezTo>
                    <a:pt x="4867" y="308"/>
                    <a:pt x="5216" y="314"/>
                    <a:pt x="5571" y="327"/>
                  </a:cubicBezTo>
                  <a:cubicBezTo>
                    <a:pt x="8340" y="460"/>
                    <a:pt x="10642" y="961"/>
                    <a:pt x="10975" y="1494"/>
                  </a:cubicBezTo>
                  <a:cubicBezTo>
                    <a:pt x="11042" y="1461"/>
                    <a:pt x="11042" y="1394"/>
                    <a:pt x="11042" y="1361"/>
                  </a:cubicBezTo>
                  <a:cubicBezTo>
                    <a:pt x="11075" y="760"/>
                    <a:pt x="8640" y="160"/>
                    <a:pt x="5571" y="27"/>
                  </a:cubicBezTo>
                  <a:cubicBezTo>
                    <a:pt x="5172" y="9"/>
                    <a:pt x="4782" y="1"/>
                    <a:pt x="44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06" name="Google Shape;406;p52"/>
            <p:cNvSpPr/>
            <p:nvPr/>
          </p:nvSpPr>
          <p:spPr>
            <a:xfrm flipH="1">
              <a:off x="7677167" y="4387925"/>
              <a:ext cx="352217" cy="90079"/>
            </a:xfrm>
            <a:custGeom>
              <a:avLst/>
              <a:gdLst/>
              <a:ahLst/>
              <a:cxnLst/>
              <a:rect l="l" t="t" r="r" b="b"/>
              <a:pathLst>
                <a:path w="12743" h="3259" extrusionOk="0">
                  <a:moveTo>
                    <a:pt x="5316" y="0"/>
                  </a:moveTo>
                  <a:cubicBezTo>
                    <a:pt x="2359" y="0"/>
                    <a:pt x="97" y="563"/>
                    <a:pt x="67" y="1362"/>
                  </a:cubicBezTo>
                  <a:cubicBezTo>
                    <a:pt x="1" y="2230"/>
                    <a:pt x="2803" y="3064"/>
                    <a:pt x="6305" y="3230"/>
                  </a:cubicBezTo>
                  <a:cubicBezTo>
                    <a:pt x="6699" y="3249"/>
                    <a:pt x="7085" y="3258"/>
                    <a:pt x="7460" y="3258"/>
                  </a:cubicBezTo>
                  <a:cubicBezTo>
                    <a:pt x="10417" y="3258"/>
                    <a:pt x="12680" y="2695"/>
                    <a:pt x="12710" y="1896"/>
                  </a:cubicBezTo>
                  <a:cubicBezTo>
                    <a:pt x="12743" y="1029"/>
                    <a:pt x="9941" y="161"/>
                    <a:pt x="6472" y="28"/>
                  </a:cubicBezTo>
                  <a:cubicBezTo>
                    <a:pt x="6078" y="9"/>
                    <a:pt x="5691" y="0"/>
                    <a:pt x="53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07" name="Google Shape;407;p52"/>
            <p:cNvSpPr/>
            <p:nvPr/>
          </p:nvSpPr>
          <p:spPr>
            <a:xfrm flipH="1">
              <a:off x="7675315" y="4381319"/>
              <a:ext cx="352217" cy="59011"/>
            </a:xfrm>
            <a:custGeom>
              <a:avLst/>
              <a:gdLst/>
              <a:ahLst/>
              <a:cxnLst/>
              <a:rect l="l" t="t" r="r" b="b"/>
              <a:pathLst>
                <a:path w="12743" h="2135" extrusionOk="0">
                  <a:moveTo>
                    <a:pt x="67" y="0"/>
                  </a:moveTo>
                  <a:lnTo>
                    <a:pt x="0" y="1601"/>
                  </a:lnTo>
                  <a:lnTo>
                    <a:pt x="12676" y="2135"/>
                  </a:lnTo>
                  <a:lnTo>
                    <a:pt x="12743" y="53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08" name="Google Shape;408;p52"/>
            <p:cNvSpPr/>
            <p:nvPr/>
          </p:nvSpPr>
          <p:spPr>
            <a:xfrm flipH="1">
              <a:off x="7674375" y="4343672"/>
              <a:ext cx="352244" cy="89802"/>
            </a:xfrm>
            <a:custGeom>
              <a:avLst/>
              <a:gdLst/>
              <a:ahLst/>
              <a:cxnLst/>
              <a:rect l="l" t="t" r="r" b="b"/>
              <a:pathLst>
                <a:path w="12744" h="3249" extrusionOk="0">
                  <a:moveTo>
                    <a:pt x="5283" y="0"/>
                  </a:moveTo>
                  <a:cubicBezTo>
                    <a:pt x="2326" y="0"/>
                    <a:pt x="64" y="563"/>
                    <a:pt x="34" y="1362"/>
                  </a:cubicBezTo>
                  <a:cubicBezTo>
                    <a:pt x="1" y="2229"/>
                    <a:pt x="2803" y="3063"/>
                    <a:pt x="6305" y="3230"/>
                  </a:cubicBezTo>
                  <a:cubicBezTo>
                    <a:pt x="6630" y="3243"/>
                    <a:pt x="6950" y="3249"/>
                    <a:pt x="7263" y="3249"/>
                  </a:cubicBezTo>
                  <a:cubicBezTo>
                    <a:pt x="10287" y="3249"/>
                    <a:pt x="12649" y="2682"/>
                    <a:pt x="12710" y="1896"/>
                  </a:cubicBezTo>
                  <a:cubicBezTo>
                    <a:pt x="12743" y="995"/>
                    <a:pt x="9941" y="161"/>
                    <a:pt x="6439" y="28"/>
                  </a:cubicBezTo>
                  <a:cubicBezTo>
                    <a:pt x="6044" y="9"/>
                    <a:pt x="5658" y="0"/>
                    <a:pt x="52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09" name="Google Shape;409;p52"/>
            <p:cNvSpPr/>
            <p:nvPr/>
          </p:nvSpPr>
          <p:spPr>
            <a:xfrm flipH="1">
              <a:off x="7697426" y="4355696"/>
              <a:ext cx="306141" cy="42234"/>
            </a:xfrm>
            <a:custGeom>
              <a:avLst/>
              <a:gdLst/>
              <a:ahLst/>
              <a:cxnLst/>
              <a:rect l="l" t="t" r="r" b="b"/>
              <a:pathLst>
                <a:path w="11076" h="1528" extrusionOk="0">
                  <a:moveTo>
                    <a:pt x="4406" y="1"/>
                  </a:moveTo>
                  <a:cubicBezTo>
                    <a:pt x="1900" y="1"/>
                    <a:pt x="30" y="372"/>
                    <a:pt x="1" y="894"/>
                  </a:cubicBezTo>
                  <a:cubicBezTo>
                    <a:pt x="1" y="960"/>
                    <a:pt x="34" y="994"/>
                    <a:pt x="67" y="1061"/>
                  </a:cubicBezTo>
                  <a:cubicBezTo>
                    <a:pt x="416" y="595"/>
                    <a:pt x="2235" y="308"/>
                    <a:pt x="4529" y="308"/>
                  </a:cubicBezTo>
                  <a:cubicBezTo>
                    <a:pt x="4867" y="308"/>
                    <a:pt x="5216" y="314"/>
                    <a:pt x="5571" y="327"/>
                  </a:cubicBezTo>
                  <a:cubicBezTo>
                    <a:pt x="8340" y="460"/>
                    <a:pt x="10641" y="960"/>
                    <a:pt x="11008" y="1528"/>
                  </a:cubicBezTo>
                  <a:cubicBezTo>
                    <a:pt x="11042" y="1461"/>
                    <a:pt x="11042" y="1427"/>
                    <a:pt x="11075" y="1361"/>
                  </a:cubicBezTo>
                  <a:cubicBezTo>
                    <a:pt x="11075" y="760"/>
                    <a:pt x="8640" y="160"/>
                    <a:pt x="5571" y="26"/>
                  </a:cubicBezTo>
                  <a:cubicBezTo>
                    <a:pt x="5171" y="9"/>
                    <a:pt x="4782" y="1"/>
                    <a:pt x="44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10" name="Google Shape;410;p52"/>
            <p:cNvSpPr/>
            <p:nvPr/>
          </p:nvSpPr>
          <p:spPr>
            <a:xfrm flipH="1">
              <a:off x="7671611" y="4307049"/>
              <a:ext cx="352244" cy="89802"/>
            </a:xfrm>
            <a:custGeom>
              <a:avLst/>
              <a:gdLst/>
              <a:ahLst/>
              <a:cxnLst/>
              <a:rect l="l" t="t" r="r" b="b"/>
              <a:pathLst>
                <a:path w="12744" h="3249" extrusionOk="0">
                  <a:moveTo>
                    <a:pt x="5480" y="0"/>
                  </a:moveTo>
                  <a:cubicBezTo>
                    <a:pt x="2451" y="0"/>
                    <a:pt x="64" y="567"/>
                    <a:pt x="34" y="1353"/>
                  </a:cubicBezTo>
                  <a:cubicBezTo>
                    <a:pt x="1" y="2253"/>
                    <a:pt x="2803" y="3087"/>
                    <a:pt x="6305" y="3221"/>
                  </a:cubicBezTo>
                  <a:cubicBezTo>
                    <a:pt x="6696" y="3240"/>
                    <a:pt x="7079" y="3249"/>
                    <a:pt x="7452" y="3249"/>
                  </a:cubicBezTo>
                  <a:cubicBezTo>
                    <a:pt x="10391" y="3249"/>
                    <a:pt x="12680" y="2686"/>
                    <a:pt x="12710" y="1887"/>
                  </a:cubicBezTo>
                  <a:cubicBezTo>
                    <a:pt x="12743" y="1019"/>
                    <a:pt x="9941" y="185"/>
                    <a:pt x="6439" y="19"/>
                  </a:cubicBezTo>
                  <a:cubicBezTo>
                    <a:pt x="6114" y="6"/>
                    <a:pt x="5793" y="0"/>
                    <a:pt x="54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11" name="Google Shape;411;p52"/>
            <p:cNvSpPr/>
            <p:nvPr/>
          </p:nvSpPr>
          <p:spPr>
            <a:xfrm flipH="1">
              <a:off x="7670699" y="4300166"/>
              <a:ext cx="352217" cy="59039"/>
            </a:xfrm>
            <a:custGeom>
              <a:avLst/>
              <a:gdLst/>
              <a:ahLst/>
              <a:cxnLst/>
              <a:rect l="l" t="t" r="r" b="b"/>
              <a:pathLst>
                <a:path w="12743" h="2136" extrusionOk="0">
                  <a:moveTo>
                    <a:pt x="67" y="1"/>
                  </a:moveTo>
                  <a:lnTo>
                    <a:pt x="0" y="1602"/>
                  </a:lnTo>
                  <a:lnTo>
                    <a:pt x="12676" y="2136"/>
                  </a:lnTo>
                  <a:lnTo>
                    <a:pt x="12742" y="5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12" name="Google Shape;412;p52"/>
            <p:cNvSpPr/>
            <p:nvPr/>
          </p:nvSpPr>
          <p:spPr>
            <a:xfrm flipH="1">
              <a:off x="7669787" y="4262520"/>
              <a:ext cx="352217" cy="90079"/>
            </a:xfrm>
            <a:custGeom>
              <a:avLst/>
              <a:gdLst/>
              <a:ahLst/>
              <a:cxnLst/>
              <a:rect l="l" t="t" r="r" b="b"/>
              <a:pathLst>
                <a:path w="12743" h="3259" extrusionOk="0">
                  <a:moveTo>
                    <a:pt x="5292" y="1"/>
                  </a:moveTo>
                  <a:cubicBezTo>
                    <a:pt x="2352" y="1"/>
                    <a:pt x="63" y="563"/>
                    <a:pt x="34" y="1363"/>
                  </a:cubicBezTo>
                  <a:cubicBezTo>
                    <a:pt x="0" y="2263"/>
                    <a:pt x="2802" y="3097"/>
                    <a:pt x="6305" y="3231"/>
                  </a:cubicBezTo>
                  <a:cubicBezTo>
                    <a:pt x="6695" y="3249"/>
                    <a:pt x="7078" y="3259"/>
                    <a:pt x="7450" y="3259"/>
                  </a:cubicBezTo>
                  <a:cubicBezTo>
                    <a:pt x="10384" y="3259"/>
                    <a:pt x="12650" y="2696"/>
                    <a:pt x="12709" y="1896"/>
                  </a:cubicBezTo>
                  <a:cubicBezTo>
                    <a:pt x="12743" y="1029"/>
                    <a:pt x="9941" y="162"/>
                    <a:pt x="6438" y="28"/>
                  </a:cubicBezTo>
                  <a:cubicBezTo>
                    <a:pt x="6048" y="10"/>
                    <a:pt x="5665" y="1"/>
                    <a:pt x="5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13" name="Google Shape;413;p52"/>
            <p:cNvSpPr/>
            <p:nvPr/>
          </p:nvSpPr>
          <p:spPr>
            <a:xfrm flipH="1">
              <a:off x="7692838" y="4274571"/>
              <a:ext cx="306113" cy="42234"/>
            </a:xfrm>
            <a:custGeom>
              <a:avLst/>
              <a:gdLst/>
              <a:ahLst/>
              <a:cxnLst/>
              <a:rect l="l" t="t" r="r" b="b"/>
              <a:pathLst>
                <a:path w="11075" h="1528" extrusionOk="0">
                  <a:moveTo>
                    <a:pt x="4416" y="0"/>
                  </a:moveTo>
                  <a:cubicBezTo>
                    <a:pt x="1925" y="0"/>
                    <a:pt x="29" y="371"/>
                    <a:pt x="0" y="893"/>
                  </a:cubicBezTo>
                  <a:cubicBezTo>
                    <a:pt x="0" y="960"/>
                    <a:pt x="34" y="1027"/>
                    <a:pt x="67" y="1060"/>
                  </a:cubicBezTo>
                  <a:cubicBezTo>
                    <a:pt x="431" y="612"/>
                    <a:pt x="2115" y="328"/>
                    <a:pt x="4286" y="328"/>
                  </a:cubicBezTo>
                  <a:cubicBezTo>
                    <a:pt x="4698" y="328"/>
                    <a:pt x="5129" y="338"/>
                    <a:pt x="5571" y="360"/>
                  </a:cubicBezTo>
                  <a:cubicBezTo>
                    <a:pt x="8340" y="460"/>
                    <a:pt x="10641" y="960"/>
                    <a:pt x="11008" y="1527"/>
                  </a:cubicBezTo>
                  <a:cubicBezTo>
                    <a:pt x="11042" y="1494"/>
                    <a:pt x="11075" y="1427"/>
                    <a:pt x="11075" y="1360"/>
                  </a:cubicBezTo>
                  <a:cubicBezTo>
                    <a:pt x="11075" y="760"/>
                    <a:pt x="8640" y="159"/>
                    <a:pt x="5571" y="26"/>
                  </a:cubicBezTo>
                  <a:cubicBezTo>
                    <a:pt x="5175" y="9"/>
                    <a:pt x="4789" y="0"/>
                    <a:pt x="44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14" name="Google Shape;414;p52"/>
            <p:cNvSpPr/>
            <p:nvPr/>
          </p:nvSpPr>
          <p:spPr>
            <a:xfrm flipH="1">
              <a:off x="7708511" y="4239717"/>
              <a:ext cx="352217" cy="89830"/>
            </a:xfrm>
            <a:custGeom>
              <a:avLst/>
              <a:gdLst/>
              <a:ahLst/>
              <a:cxnLst/>
              <a:rect l="l" t="t" r="r" b="b"/>
              <a:pathLst>
                <a:path w="12743" h="3250" extrusionOk="0">
                  <a:moveTo>
                    <a:pt x="5480" y="1"/>
                  </a:moveTo>
                  <a:cubicBezTo>
                    <a:pt x="2450" y="1"/>
                    <a:pt x="64" y="568"/>
                    <a:pt x="34" y="1354"/>
                  </a:cubicBezTo>
                  <a:cubicBezTo>
                    <a:pt x="0" y="2254"/>
                    <a:pt x="2802" y="3088"/>
                    <a:pt x="6305" y="3222"/>
                  </a:cubicBezTo>
                  <a:cubicBezTo>
                    <a:pt x="6695" y="3241"/>
                    <a:pt x="7079" y="3250"/>
                    <a:pt x="7451" y="3250"/>
                  </a:cubicBezTo>
                  <a:cubicBezTo>
                    <a:pt x="10391" y="3250"/>
                    <a:pt x="12680" y="2687"/>
                    <a:pt x="12709" y="1887"/>
                  </a:cubicBezTo>
                  <a:cubicBezTo>
                    <a:pt x="12743" y="1020"/>
                    <a:pt x="9941" y="186"/>
                    <a:pt x="6438" y="19"/>
                  </a:cubicBezTo>
                  <a:cubicBezTo>
                    <a:pt x="6113" y="7"/>
                    <a:pt x="5793" y="1"/>
                    <a:pt x="54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15" name="Google Shape;415;p52"/>
            <p:cNvSpPr/>
            <p:nvPr/>
          </p:nvSpPr>
          <p:spPr>
            <a:xfrm flipH="1">
              <a:off x="7707571" y="4232862"/>
              <a:ext cx="352244" cy="59039"/>
            </a:xfrm>
            <a:custGeom>
              <a:avLst/>
              <a:gdLst/>
              <a:ahLst/>
              <a:cxnLst/>
              <a:rect l="l" t="t" r="r" b="b"/>
              <a:pathLst>
                <a:path w="12744" h="2136" extrusionOk="0">
                  <a:moveTo>
                    <a:pt x="67" y="1"/>
                  </a:moveTo>
                  <a:lnTo>
                    <a:pt x="1" y="1602"/>
                  </a:lnTo>
                  <a:lnTo>
                    <a:pt x="12676" y="2135"/>
                  </a:lnTo>
                  <a:lnTo>
                    <a:pt x="12743" y="5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16" name="Google Shape;416;p52"/>
            <p:cNvSpPr/>
            <p:nvPr/>
          </p:nvSpPr>
          <p:spPr>
            <a:xfrm flipH="1">
              <a:off x="7706659" y="4195464"/>
              <a:ext cx="352217" cy="89830"/>
            </a:xfrm>
            <a:custGeom>
              <a:avLst/>
              <a:gdLst/>
              <a:ahLst/>
              <a:cxnLst/>
              <a:rect l="l" t="t" r="r" b="b"/>
              <a:pathLst>
                <a:path w="12743" h="3250" extrusionOk="0">
                  <a:moveTo>
                    <a:pt x="5480" y="1"/>
                  </a:moveTo>
                  <a:cubicBezTo>
                    <a:pt x="2450" y="1"/>
                    <a:pt x="64" y="568"/>
                    <a:pt x="33" y="1354"/>
                  </a:cubicBezTo>
                  <a:cubicBezTo>
                    <a:pt x="0" y="2254"/>
                    <a:pt x="2802" y="3088"/>
                    <a:pt x="6305" y="3222"/>
                  </a:cubicBezTo>
                  <a:cubicBezTo>
                    <a:pt x="6695" y="3240"/>
                    <a:pt x="7078" y="3249"/>
                    <a:pt x="7451" y="3249"/>
                  </a:cubicBezTo>
                  <a:cubicBezTo>
                    <a:pt x="10391" y="3249"/>
                    <a:pt x="12680" y="2687"/>
                    <a:pt x="12709" y="1887"/>
                  </a:cubicBezTo>
                  <a:cubicBezTo>
                    <a:pt x="12743" y="1020"/>
                    <a:pt x="9941" y="186"/>
                    <a:pt x="6438" y="19"/>
                  </a:cubicBezTo>
                  <a:cubicBezTo>
                    <a:pt x="6113" y="7"/>
                    <a:pt x="5793" y="1"/>
                    <a:pt x="54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17" name="Google Shape;417;p52"/>
            <p:cNvSpPr/>
            <p:nvPr/>
          </p:nvSpPr>
          <p:spPr>
            <a:xfrm flipH="1">
              <a:off x="7728798" y="4207267"/>
              <a:ext cx="307025" cy="42234"/>
            </a:xfrm>
            <a:custGeom>
              <a:avLst/>
              <a:gdLst/>
              <a:ahLst/>
              <a:cxnLst/>
              <a:rect l="l" t="t" r="r" b="b"/>
              <a:pathLst>
                <a:path w="11108" h="1528" extrusionOk="0">
                  <a:moveTo>
                    <a:pt x="4416" y="0"/>
                  </a:moveTo>
                  <a:cubicBezTo>
                    <a:pt x="1926" y="0"/>
                    <a:pt x="33" y="371"/>
                    <a:pt x="33" y="893"/>
                  </a:cubicBezTo>
                  <a:cubicBezTo>
                    <a:pt x="0" y="960"/>
                    <a:pt x="33" y="993"/>
                    <a:pt x="67" y="1060"/>
                  </a:cubicBezTo>
                  <a:cubicBezTo>
                    <a:pt x="431" y="612"/>
                    <a:pt x="2114" y="328"/>
                    <a:pt x="4285" y="328"/>
                  </a:cubicBezTo>
                  <a:cubicBezTo>
                    <a:pt x="4698" y="328"/>
                    <a:pt x="5128" y="338"/>
                    <a:pt x="5571" y="360"/>
                  </a:cubicBezTo>
                  <a:cubicBezTo>
                    <a:pt x="8339" y="460"/>
                    <a:pt x="10641" y="960"/>
                    <a:pt x="11008" y="1527"/>
                  </a:cubicBezTo>
                  <a:cubicBezTo>
                    <a:pt x="11041" y="1460"/>
                    <a:pt x="11075" y="1427"/>
                    <a:pt x="11075" y="1360"/>
                  </a:cubicBezTo>
                  <a:cubicBezTo>
                    <a:pt x="11108" y="760"/>
                    <a:pt x="8640" y="159"/>
                    <a:pt x="5571" y="26"/>
                  </a:cubicBezTo>
                  <a:cubicBezTo>
                    <a:pt x="5175" y="9"/>
                    <a:pt x="4789" y="0"/>
                    <a:pt x="44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18" name="Google Shape;418;p52"/>
            <p:cNvSpPr/>
            <p:nvPr/>
          </p:nvSpPr>
          <p:spPr>
            <a:xfrm flipH="1">
              <a:off x="7652263" y="4182556"/>
              <a:ext cx="352217" cy="90493"/>
            </a:xfrm>
            <a:custGeom>
              <a:avLst/>
              <a:gdLst/>
              <a:ahLst/>
              <a:cxnLst/>
              <a:rect l="l" t="t" r="r" b="b"/>
              <a:pathLst>
                <a:path w="12743" h="3274" extrusionOk="0">
                  <a:moveTo>
                    <a:pt x="5482" y="1"/>
                  </a:moveTo>
                  <a:cubicBezTo>
                    <a:pt x="2451" y="1"/>
                    <a:pt x="64" y="571"/>
                    <a:pt x="34" y="1387"/>
                  </a:cubicBezTo>
                  <a:cubicBezTo>
                    <a:pt x="0" y="2254"/>
                    <a:pt x="2802" y="3088"/>
                    <a:pt x="6305" y="3255"/>
                  </a:cubicBezTo>
                  <a:cubicBezTo>
                    <a:pt x="6630" y="3267"/>
                    <a:pt x="6950" y="3274"/>
                    <a:pt x="7263" y="3274"/>
                  </a:cubicBezTo>
                  <a:cubicBezTo>
                    <a:pt x="10292" y="3274"/>
                    <a:pt x="12679" y="2707"/>
                    <a:pt x="12709" y="1921"/>
                  </a:cubicBezTo>
                  <a:cubicBezTo>
                    <a:pt x="12743" y="1020"/>
                    <a:pt x="9941" y="186"/>
                    <a:pt x="6438" y="19"/>
                  </a:cubicBezTo>
                  <a:cubicBezTo>
                    <a:pt x="6114" y="7"/>
                    <a:pt x="5794" y="1"/>
                    <a:pt x="54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19" name="Google Shape;419;p52"/>
            <p:cNvSpPr/>
            <p:nvPr/>
          </p:nvSpPr>
          <p:spPr>
            <a:xfrm flipH="1">
              <a:off x="7651351" y="4175701"/>
              <a:ext cx="352217" cy="59951"/>
            </a:xfrm>
            <a:custGeom>
              <a:avLst/>
              <a:gdLst/>
              <a:ahLst/>
              <a:cxnLst/>
              <a:rect l="l" t="t" r="r" b="b"/>
              <a:pathLst>
                <a:path w="12743" h="2169" extrusionOk="0">
                  <a:moveTo>
                    <a:pt x="67" y="0"/>
                  </a:moveTo>
                  <a:lnTo>
                    <a:pt x="1" y="1602"/>
                  </a:lnTo>
                  <a:lnTo>
                    <a:pt x="12676" y="2169"/>
                  </a:lnTo>
                  <a:lnTo>
                    <a:pt x="12743" y="53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20" name="Google Shape;420;p52"/>
            <p:cNvSpPr/>
            <p:nvPr/>
          </p:nvSpPr>
          <p:spPr>
            <a:xfrm flipH="1">
              <a:off x="7650411" y="4138304"/>
              <a:ext cx="352244" cy="90493"/>
            </a:xfrm>
            <a:custGeom>
              <a:avLst/>
              <a:gdLst/>
              <a:ahLst/>
              <a:cxnLst/>
              <a:rect l="l" t="t" r="r" b="b"/>
              <a:pathLst>
                <a:path w="12744" h="3274" extrusionOk="0">
                  <a:moveTo>
                    <a:pt x="5480" y="1"/>
                  </a:moveTo>
                  <a:cubicBezTo>
                    <a:pt x="2451" y="1"/>
                    <a:pt x="64" y="567"/>
                    <a:pt x="34" y="1353"/>
                  </a:cubicBezTo>
                  <a:cubicBezTo>
                    <a:pt x="1" y="2254"/>
                    <a:pt x="2803" y="3088"/>
                    <a:pt x="6305" y="3255"/>
                  </a:cubicBezTo>
                  <a:cubicBezTo>
                    <a:pt x="6630" y="3267"/>
                    <a:pt x="6951" y="3273"/>
                    <a:pt x="7264" y="3273"/>
                  </a:cubicBezTo>
                  <a:cubicBezTo>
                    <a:pt x="10293" y="3273"/>
                    <a:pt x="12680" y="2707"/>
                    <a:pt x="12710" y="1921"/>
                  </a:cubicBezTo>
                  <a:cubicBezTo>
                    <a:pt x="12743" y="1020"/>
                    <a:pt x="9941" y="186"/>
                    <a:pt x="6439" y="19"/>
                  </a:cubicBezTo>
                  <a:cubicBezTo>
                    <a:pt x="6114" y="7"/>
                    <a:pt x="5794" y="1"/>
                    <a:pt x="54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21" name="Google Shape;421;p52"/>
            <p:cNvSpPr/>
            <p:nvPr/>
          </p:nvSpPr>
          <p:spPr>
            <a:xfrm flipH="1">
              <a:off x="7672550" y="4151019"/>
              <a:ext cx="307053" cy="41294"/>
            </a:xfrm>
            <a:custGeom>
              <a:avLst/>
              <a:gdLst/>
              <a:ahLst/>
              <a:cxnLst/>
              <a:rect l="l" t="t" r="r" b="b"/>
              <a:pathLst>
                <a:path w="11109" h="1494" extrusionOk="0">
                  <a:moveTo>
                    <a:pt x="4416" y="0"/>
                  </a:moveTo>
                  <a:cubicBezTo>
                    <a:pt x="1926" y="0"/>
                    <a:pt x="30" y="371"/>
                    <a:pt x="1" y="893"/>
                  </a:cubicBezTo>
                  <a:cubicBezTo>
                    <a:pt x="1" y="927"/>
                    <a:pt x="34" y="994"/>
                    <a:pt x="68" y="1027"/>
                  </a:cubicBezTo>
                  <a:cubicBezTo>
                    <a:pt x="408" y="602"/>
                    <a:pt x="2145" y="297"/>
                    <a:pt x="4359" y="297"/>
                  </a:cubicBezTo>
                  <a:cubicBezTo>
                    <a:pt x="4750" y="297"/>
                    <a:pt x="5156" y="306"/>
                    <a:pt x="5571" y="326"/>
                  </a:cubicBezTo>
                  <a:cubicBezTo>
                    <a:pt x="8340" y="460"/>
                    <a:pt x="10642" y="960"/>
                    <a:pt x="11009" y="1494"/>
                  </a:cubicBezTo>
                  <a:cubicBezTo>
                    <a:pt x="11042" y="1461"/>
                    <a:pt x="11075" y="1394"/>
                    <a:pt x="11075" y="1360"/>
                  </a:cubicBezTo>
                  <a:cubicBezTo>
                    <a:pt x="11109" y="760"/>
                    <a:pt x="8640" y="160"/>
                    <a:pt x="5571" y="26"/>
                  </a:cubicBezTo>
                  <a:cubicBezTo>
                    <a:pt x="5176" y="9"/>
                    <a:pt x="4789" y="0"/>
                    <a:pt x="44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22" name="Google Shape;422;p52"/>
            <p:cNvSpPr/>
            <p:nvPr/>
          </p:nvSpPr>
          <p:spPr>
            <a:xfrm flipH="1">
              <a:off x="7689135" y="4115915"/>
              <a:ext cx="352244" cy="89830"/>
            </a:xfrm>
            <a:custGeom>
              <a:avLst/>
              <a:gdLst/>
              <a:ahLst/>
              <a:cxnLst/>
              <a:rect l="l" t="t" r="r" b="b"/>
              <a:pathLst>
                <a:path w="12744" h="3250" extrusionOk="0">
                  <a:moveTo>
                    <a:pt x="5292" y="1"/>
                  </a:moveTo>
                  <a:cubicBezTo>
                    <a:pt x="2353" y="1"/>
                    <a:pt x="64" y="564"/>
                    <a:pt x="34" y="1363"/>
                  </a:cubicBezTo>
                  <a:cubicBezTo>
                    <a:pt x="1" y="2230"/>
                    <a:pt x="2803" y="3064"/>
                    <a:pt x="6305" y="3231"/>
                  </a:cubicBezTo>
                  <a:cubicBezTo>
                    <a:pt x="6630" y="3243"/>
                    <a:pt x="6951" y="3249"/>
                    <a:pt x="7264" y="3249"/>
                  </a:cubicBezTo>
                  <a:cubicBezTo>
                    <a:pt x="10293" y="3249"/>
                    <a:pt x="12680" y="2683"/>
                    <a:pt x="12710" y="1897"/>
                  </a:cubicBezTo>
                  <a:cubicBezTo>
                    <a:pt x="12743" y="996"/>
                    <a:pt x="9941" y="162"/>
                    <a:pt x="6439" y="29"/>
                  </a:cubicBezTo>
                  <a:cubicBezTo>
                    <a:pt x="6048" y="10"/>
                    <a:pt x="5665" y="1"/>
                    <a:pt x="52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23" name="Google Shape;423;p52"/>
            <p:cNvSpPr/>
            <p:nvPr/>
          </p:nvSpPr>
          <p:spPr>
            <a:xfrm flipH="1">
              <a:off x="7688223" y="4108397"/>
              <a:ext cx="352217" cy="59951"/>
            </a:xfrm>
            <a:custGeom>
              <a:avLst/>
              <a:gdLst/>
              <a:ahLst/>
              <a:cxnLst/>
              <a:rect l="l" t="t" r="r" b="b"/>
              <a:pathLst>
                <a:path w="12743" h="2169" extrusionOk="0">
                  <a:moveTo>
                    <a:pt x="67" y="0"/>
                  </a:moveTo>
                  <a:lnTo>
                    <a:pt x="0" y="1602"/>
                  </a:lnTo>
                  <a:lnTo>
                    <a:pt x="12676" y="2169"/>
                  </a:lnTo>
                  <a:lnTo>
                    <a:pt x="12743" y="53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24" name="Google Shape;424;p52"/>
            <p:cNvSpPr/>
            <p:nvPr/>
          </p:nvSpPr>
          <p:spPr>
            <a:xfrm flipH="1">
              <a:off x="7687283" y="4070999"/>
              <a:ext cx="352244" cy="90493"/>
            </a:xfrm>
            <a:custGeom>
              <a:avLst/>
              <a:gdLst/>
              <a:ahLst/>
              <a:cxnLst/>
              <a:rect l="l" t="t" r="r" b="b"/>
              <a:pathLst>
                <a:path w="12744" h="3274" extrusionOk="0">
                  <a:moveTo>
                    <a:pt x="5482" y="1"/>
                  </a:moveTo>
                  <a:cubicBezTo>
                    <a:pt x="2452" y="1"/>
                    <a:pt x="64" y="570"/>
                    <a:pt x="34" y="1387"/>
                  </a:cubicBezTo>
                  <a:cubicBezTo>
                    <a:pt x="1" y="2254"/>
                    <a:pt x="2803" y="3088"/>
                    <a:pt x="6305" y="3255"/>
                  </a:cubicBezTo>
                  <a:cubicBezTo>
                    <a:pt x="6630" y="3267"/>
                    <a:pt x="6950" y="3273"/>
                    <a:pt x="7263" y="3273"/>
                  </a:cubicBezTo>
                  <a:cubicBezTo>
                    <a:pt x="10293" y="3273"/>
                    <a:pt x="12679" y="2706"/>
                    <a:pt x="12710" y="1920"/>
                  </a:cubicBezTo>
                  <a:cubicBezTo>
                    <a:pt x="12743" y="1020"/>
                    <a:pt x="9941" y="186"/>
                    <a:pt x="6439" y="19"/>
                  </a:cubicBezTo>
                  <a:cubicBezTo>
                    <a:pt x="6114" y="7"/>
                    <a:pt x="5795" y="1"/>
                    <a:pt x="54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25" name="Google Shape;425;p52"/>
            <p:cNvSpPr/>
            <p:nvPr/>
          </p:nvSpPr>
          <p:spPr>
            <a:xfrm flipH="1">
              <a:off x="7710335" y="4083714"/>
              <a:ext cx="306141" cy="41294"/>
            </a:xfrm>
            <a:custGeom>
              <a:avLst/>
              <a:gdLst/>
              <a:ahLst/>
              <a:cxnLst/>
              <a:rect l="l" t="t" r="r" b="b"/>
              <a:pathLst>
                <a:path w="11076" h="1494" extrusionOk="0">
                  <a:moveTo>
                    <a:pt x="4406" y="0"/>
                  </a:moveTo>
                  <a:cubicBezTo>
                    <a:pt x="1900" y="0"/>
                    <a:pt x="30" y="371"/>
                    <a:pt x="1" y="893"/>
                  </a:cubicBezTo>
                  <a:cubicBezTo>
                    <a:pt x="1" y="927"/>
                    <a:pt x="34" y="993"/>
                    <a:pt x="67" y="1027"/>
                  </a:cubicBezTo>
                  <a:cubicBezTo>
                    <a:pt x="407" y="602"/>
                    <a:pt x="2145" y="297"/>
                    <a:pt x="4359" y="297"/>
                  </a:cubicBezTo>
                  <a:cubicBezTo>
                    <a:pt x="4750" y="297"/>
                    <a:pt x="5156" y="306"/>
                    <a:pt x="5571" y="326"/>
                  </a:cubicBezTo>
                  <a:cubicBezTo>
                    <a:pt x="8340" y="460"/>
                    <a:pt x="10608" y="960"/>
                    <a:pt x="10975" y="1494"/>
                  </a:cubicBezTo>
                  <a:cubicBezTo>
                    <a:pt x="11008" y="1460"/>
                    <a:pt x="11042" y="1394"/>
                    <a:pt x="11042" y="1360"/>
                  </a:cubicBezTo>
                  <a:cubicBezTo>
                    <a:pt x="11075" y="760"/>
                    <a:pt x="8640" y="160"/>
                    <a:pt x="5571" y="26"/>
                  </a:cubicBezTo>
                  <a:cubicBezTo>
                    <a:pt x="5171" y="9"/>
                    <a:pt x="4782" y="0"/>
                    <a:pt x="44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26" name="Google Shape;426;p52"/>
            <p:cNvSpPr/>
            <p:nvPr/>
          </p:nvSpPr>
          <p:spPr>
            <a:xfrm flipH="1">
              <a:off x="8162117" y="4433338"/>
              <a:ext cx="352244" cy="90493"/>
            </a:xfrm>
            <a:custGeom>
              <a:avLst/>
              <a:gdLst/>
              <a:ahLst/>
              <a:cxnLst/>
              <a:rect l="l" t="t" r="r" b="b"/>
              <a:pathLst>
                <a:path w="12744" h="3274" extrusionOk="0">
                  <a:moveTo>
                    <a:pt x="5481" y="1"/>
                  </a:moveTo>
                  <a:cubicBezTo>
                    <a:pt x="2456" y="1"/>
                    <a:pt x="94" y="568"/>
                    <a:pt x="34" y="1354"/>
                  </a:cubicBezTo>
                  <a:cubicBezTo>
                    <a:pt x="1" y="2254"/>
                    <a:pt x="2803" y="3088"/>
                    <a:pt x="6305" y="3255"/>
                  </a:cubicBezTo>
                  <a:cubicBezTo>
                    <a:pt x="6633" y="3268"/>
                    <a:pt x="6956" y="3274"/>
                    <a:pt x="7271" y="3274"/>
                  </a:cubicBezTo>
                  <a:cubicBezTo>
                    <a:pt x="10320" y="3274"/>
                    <a:pt x="12680" y="2707"/>
                    <a:pt x="12710" y="1921"/>
                  </a:cubicBezTo>
                  <a:cubicBezTo>
                    <a:pt x="12743" y="1020"/>
                    <a:pt x="9941" y="186"/>
                    <a:pt x="6439" y="20"/>
                  </a:cubicBezTo>
                  <a:cubicBezTo>
                    <a:pt x="6114" y="7"/>
                    <a:pt x="5794" y="1"/>
                    <a:pt x="54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27" name="Google Shape;427;p52"/>
            <p:cNvSpPr/>
            <p:nvPr/>
          </p:nvSpPr>
          <p:spPr>
            <a:xfrm flipH="1">
              <a:off x="8160293" y="4389086"/>
              <a:ext cx="352217" cy="90493"/>
            </a:xfrm>
            <a:custGeom>
              <a:avLst/>
              <a:gdLst/>
              <a:ahLst/>
              <a:cxnLst/>
              <a:rect l="l" t="t" r="r" b="b"/>
              <a:pathLst>
                <a:path w="12743" h="3274" extrusionOk="0">
                  <a:moveTo>
                    <a:pt x="5481" y="1"/>
                  </a:moveTo>
                  <a:cubicBezTo>
                    <a:pt x="2456" y="1"/>
                    <a:pt x="94" y="568"/>
                    <a:pt x="34" y="1354"/>
                  </a:cubicBezTo>
                  <a:cubicBezTo>
                    <a:pt x="0" y="2254"/>
                    <a:pt x="2802" y="3088"/>
                    <a:pt x="6305" y="3255"/>
                  </a:cubicBezTo>
                  <a:cubicBezTo>
                    <a:pt x="6629" y="3267"/>
                    <a:pt x="6949" y="3274"/>
                    <a:pt x="7261" y="3274"/>
                  </a:cubicBezTo>
                  <a:cubicBezTo>
                    <a:pt x="10292" y="3274"/>
                    <a:pt x="12679" y="2704"/>
                    <a:pt x="12709" y="1887"/>
                  </a:cubicBezTo>
                  <a:cubicBezTo>
                    <a:pt x="12743" y="1020"/>
                    <a:pt x="9941" y="186"/>
                    <a:pt x="6438" y="19"/>
                  </a:cubicBezTo>
                  <a:cubicBezTo>
                    <a:pt x="6113" y="7"/>
                    <a:pt x="5793" y="1"/>
                    <a:pt x="54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28" name="Google Shape;428;p52"/>
            <p:cNvSpPr/>
            <p:nvPr/>
          </p:nvSpPr>
          <p:spPr>
            <a:xfrm flipH="1">
              <a:off x="8182405" y="4401773"/>
              <a:ext cx="307053" cy="41349"/>
            </a:xfrm>
            <a:custGeom>
              <a:avLst/>
              <a:gdLst/>
              <a:ahLst/>
              <a:cxnLst/>
              <a:rect l="l" t="t" r="r" b="b"/>
              <a:pathLst>
                <a:path w="11109" h="1496" extrusionOk="0">
                  <a:moveTo>
                    <a:pt x="4346" y="0"/>
                  </a:moveTo>
                  <a:cubicBezTo>
                    <a:pt x="1891" y="0"/>
                    <a:pt x="34" y="344"/>
                    <a:pt x="34" y="861"/>
                  </a:cubicBezTo>
                  <a:cubicBezTo>
                    <a:pt x="0" y="928"/>
                    <a:pt x="34" y="995"/>
                    <a:pt x="67" y="1028"/>
                  </a:cubicBezTo>
                  <a:cubicBezTo>
                    <a:pt x="436" y="603"/>
                    <a:pt x="2153" y="298"/>
                    <a:pt x="4361" y="298"/>
                  </a:cubicBezTo>
                  <a:cubicBezTo>
                    <a:pt x="4750" y="298"/>
                    <a:pt x="5155" y="308"/>
                    <a:pt x="5571" y="328"/>
                  </a:cubicBezTo>
                  <a:cubicBezTo>
                    <a:pt x="8340" y="461"/>
                    <a:pt x="10641" y="961"/>
                    <a:pt x="11008" y="1495"/>
                  </a:cubicBezTo>
                  <a:cubicBezTo>
                    <a:pt x="11042" y="1462"/>
                    <a:pt x="11075" y="1395"/>
                    <a:pt x="11075" y="1362"/>
                  </a:cubicBezTo>
                  <a:cubicBezTo>
                    <a:pt x="11108" y="761"/>
                    <a:pt x="8640" y="161"/>
                    <a:pt x="5571" y="27"/>
                  </a:cubicBezTo>
                  <a:cubicBezTo>
                    <a:pt x="5151" y="9"/>
                    <a:pt x="4741" y="0"/>
                    <a:pt x="43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29" name="Google Shape;429;p52"/>
            <p:cNvSpPr/>
            <p:nvPr/>
          </p:nvSpPr>
          <p:spPr>
            <a:xfrm flipH="1">
              <a:off x="8013688" y="4409263"/>
              <a:ext cx="353156" cy="118354"/>
            </a:xfrm>
            <a:custGeom>
              <a:avLst/>
              <a:gdLst/>
              <a:ahLst/>
              <a:cxnLst/>
              <a:rect l="l" t="t" r="r" b="b"/>
              <a:pathLst>
                <a:path w="12777" h="4282" extrusionOk="0">
                  <a:moveTo>
                    <a:pt x="2479" y="1"/>
                  </a:moveTo>
                  <a:cubicBezTo>
                    <a:pt x="1197" y="1"/>
                    <a:pt x="339" y="235"/>
                    <a:pt x="234" y="690"/>
                  </a:cubicBezTo>
                  <a:cubicBezTo>
                    <a:pt x="1" y="1524"/>
                    <a:pt x="2603" y="2892"/>
                    <a:pt x="6005" y="3693"/>
                  </a:cubicBezTo>
                  <a:cubicBezTo>
                    <a:pt x="7639" y="4089"/>
                    <a:pt x="9152" y="4282"/>
                    <a:pt x="10315" y="4282"/>
                  </a:cubicBezTo>
                  <a:cubicBezTo>
                    <a:pt x="11597" y="4282"/>
                    <a:pt x="12454" y="4047"/>
                    <a:pt x="12576" y="3592"/>
                  </a:cubicBezTo>
                  <a:cubicBezTo>
                    <a:pt x="12777" y="2759"/>
                    <a:pt x="10175" y="1391"/>
                    <a:pt x="6772" y="590"/>
                  </a:cubicBezTo>
                  <a:cubicBezTo>
                    <a:pt x="5154" y="194"/>
                    <a:pt x="3642" y="1"/>
                    <a:pt x="24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30" name="Google Shape;430;p52"/>
            <p:cNvSpPr/>
            <p:nvPr/>
          </p:nvSpPr>
          <p:spPr>
            <a:xfrm flipH="1">
              <a:off x="8009072" y="4384995"/>
              <a:ext cx="351304" cy="124491"/>
            </a:xfrm>
            <a:custGeom>
              <a:avLst/>
              <a:gdLst/>
              <a:ahLst/>
              <a:cxnLst/>
              <a:rect l="l" t="t" r="r" b="b"/>
              <a:pathLst>
                <a:path w="12710" h="4504" extrusionOk="0">
                  <a:moveTo>
                    <a:pt x="367" y="1"/>
                  </a:moveTo>
                  <a:lnTo>
                    <a:pt x="0" y="1568"/>
                  </a:lnTo>
                  <a:lnTo>
                    <a:pt x="12342" y="4504"/>
                  </a:lnTo>
                  <a:lnTo>
                    <a:pt x="12709" y="2936"/>
                  </a:lnTo>
                  <a:lnTo>
                    <a:pt x="3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31" name="Google Shape;431;p52"/>
            <p:cNvSpPr/>
            <p:nvPr/>
          </p:nvSpPr>
          <p:spPr>
            <a:xfrm flipH="1">
              <a:off x="8003544" y="4365951"/>
              <a:ext cx="353156" cy="118576"/>
            </a:xfrm>
            <a:custGeom>
              <a:avLst/>
              <a:gdLst/>
              <a:ahLst/>
              <a:cxnLst/>
              <a:rect l="l" t="t" r="r" b="b"/>
              <a:pathLst>
                <a:path w="12777" h="4290" extrusionOk="0">
                  <a:moveTo>
                    <a:pt x="2466" y="0"/>
                  </a:moveTo>
                  <a:cubicBezTo>
                    <a:pt x="1187" y="0"/>
                    <a:pt x="339" y="235"/>
                    <a:pt x="234" y="690"/>
                  </a:cubicBezTo>
                  <a:cubicBezTo>
                    <a:pt x="1" y="1557"/>
                    <a:pt x="2603" y="2891"/>
                    <a:pt x="6005" y="3725"/>
                  </a:cubicBezTo>
                  <a:cubicBezTo>
                    <a:pt x="7620" y="4105"/>
                    <a:pt x="9129" y="4290"/>
                    <a:pt x="10291" y="4290"/>
                  </a:cubicBezTo>
                  <a:cubicBezTo>
                    <a:pt x="11577" y="4290"/>
                    <a:pt x="12438" y="4063"/>
                    <a:pt x="12543" y="3625"/>
                  </a:cubicBezTo>
                  <a:cubicBezTo>
                    <a:pt x="12777" y="2758"/>
                    <a:pt x="10175" y="1423"/>
                    <a:pt x="6772" y="589"/>
                  </a:cubicBezTo>
                  <a:cubicBezTo>
                    <a:pt x="5138" y="193"/>
                    <a:pt x="3625" y="0"/>
                    <a:pt x="24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32" name="Google Shape;432;p52"/>
            <p:cNvSpPr/>
            <p:nvPr/>
          </p:nvSpPr>
          <p:spPr>
            <a:xfrm flipH="1">
              <a:off x="8026596" y="4377615"/>
              <a:ext cx="302437" cy="84855"/>
            </a:xfrm>
            <a:custGeom>
              <a:avLst/>
              <a:gdLst/>
              <a:ahLst/>
              <a:cxnLst/>
              <a:rect l="l" t="t" r="r" b="b"/>
              <a:pathLst>
                <a:path w="10942" h="3070" extrusionOk="0">
                  <a:moveTo>
                    <a:pt x="1396" y="1"/>
                  </a:moveTo>
                  <a:cubicBezTo>
                    <a:pt x="597" y="1"/>
                    <a:pt x="92" y="121"/>
                    <a:pt x="34" y="368"/>
                  </a:cubicBezTo>
                  <a:cubicBezTo>
                    <a:pt x="0" y="434"/>
                    <a:pt x="34" y="501"/>
                    <a:pt x="34" y="534"/>
                  </a:cubicBezTo>
                  <a:cubicBezTo>
                    <a:pt x="236" y="383"/>
                    <a:pt x="698" y="307"/>
                    <a:pt x="1341" y="307"/>
                  </a:cubicBezTo>
                  <a:cubicBezTo>
                    <a:pt x="2393" y="307"/>
                    <a:pt x="3928" y="508"/>
                    <a:pt x="5604" y="901"/>
                  </a:cubicBezTo>
                  <a:cubicBezTo>
                    <a:pt x="8273" y="1535"/>
                    <a:pt x="10441" y="2469"/>
                    <a:pt x="10708" y="3070"/>
                  </a:cubicBezTo>
                  <a:cubicBezTo>
                    <a:pt x="10741" y="3036"/>
                    <a:pt x="10775" y="3003"/>
                    <a:pt x="10808" y="2936"/>
                  </a:cubicBezTo>
                  <a:cubicBezTo>
                    <a:pt x="10942" y="2369"/>
                    <a:pt x="8640" y="1302"/>
                    <a:pt x="5671" y="601"/>
                  </a:cubicBezTo>
                  <a:cubicBezTo>
                    <a:pt x="3973" y="205"/>
                    <a:pt x="2435" y="1"/>
                    <a:pt x="13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33" name="Google Shape;433;p52"/>
            <p:cNvSpPr/>
            <p:nvPr/>
          </p:nvSpPr>
          <p:spPr>
            <a:xfrm flipH="1">
              <a:off x="7758291" y="3822567"/>
              <a:ext cx="316257" cy="316285"/>
            </a:xfrm>
            <a:custGeom>
              <a:avLst/>
              <a:gdLst/>
              <a:ahLst/>
              <a:cxnLst/>
              <a:rect l="l" t="t" r="r" b="b"/>
              <a:pathLst>
                <a:path w="11442" h="11443" extrusionOk="0">
                  <a:moveTo>
                    <a:pt x="5737" y="1"/>
                  </a:moveTo>
                  <a:cubicBezTo>
                    <a:pt x="2569" y="1"/>
                    <a:pt x="0" y="2569"/>
                    <a:pt x="0" y="5738"/>
                  </a:cubicBezTo>
                  <a:cubicBezTo>
                    <a:pt x="0" y="8874"/>
                    <a:pt x="2569" y="11442"/>
                    <a:pt x="5737" y="11442"/>
                  </a:cubicBezTo>
                  <a:cubicBezTo>
                    <a:pt x="8873" y="11442"/>
                    <a:pt x="11442" y="8874"/>
                    <a:pt x="11442" y="5738"/>
                  </a:cubicBezTo>
                  <a:cubicBezTo>
                    <a:pt x="11442" y="2569"/>
                    <a:pt x="8873" y="1"/>
                    <a:pt x="57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34" name="Google Shape;434;p52"/>
            <p:cNvSpPr/>
            <p:nvPr/>
          </p:nvSpPr>
          <p:spPr>
            <a:xfrm flipH="1">
              <a:off x="7739855" y="3822567"/>
              <a:ext cx="315345" cy="316285"/>
            </a:xfrm>
            <a:custGeom>
              <a:avLst/>
              <a:gdLst/>
              <a:ahLst/>
              <a:cxnLst/>
              <a:rect l="l" t="t" r="r" b="b"/>
              <a:pathLst>
                <a:path w="11409" h="11443" extrusionOk="0">
                  <a:moveTo>
                    <a:pt x="5705" y="1"/>
                  </a:moveTo>
                  <a:cubicBezTo>
                    <a:pt x="2569" y="1"/>
                    <a:pt x="1" y="2569"/>
                    <a:pt x="1" y="5738"/>
                  </a:cubicBezTo>
                  <a:cubicBezTo>
                    <a:pt x="1" y="8874"/>
                    <a:pt x="2569" y="11442"/>
                    <a:pt x="5705" y="11442"/>
                  </a:cubicBezTo>
                  <a:cubicBezTo>
                    <a:pt x="8874" y="11442"/>
                    <a:pt x="11409" y="8874"/>
                    <a:pt x="11409" y="5738"/>
                  </a:cubicBezTo>
                  <a:cubicBezTo>
                    <a:pt x="11409" y="2569"/>
                    <a:pt x="8874" y="1"/>
                    <a:pt x="57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35" name="Google Shape;435;p52"/>
            <p:cNvSpPr/>
            <p:nvPr/>
          </p:nvSpPr>
          <p:spPr>
            <a:xfrm flipH="1">
              <a:off x="7834825" y="3912841"/>
              <a:ext cx="143839" cy="139444"/>
            </a:xfrm>
            <a:custGeom>
              <a:avLst/>
              <a:gdLst/>
              <a:ahLst/>
              <a:cxnLst/>
              <a:rect l="l" t="t" r="r" b="b"/>
              <a:pathLst>
                <a:path w="5204" h="5045" extrusionOk="0">
                  <a:moveTo>
                    <a:pt x="3420" y="1"/>
                  </a:moveTo>
                  <a:cubicBezTo>
                    <a:pt x="3381" y="1"/>
                    <a:pt x="3342" y="2"/>
                    <a:pt x="3303" y="4"/>
                  </a:cubicBezTo>
                  <a:cubicBezTo>
                    <a:pt x="3278" y="3"/>
                    <a:pt x="3253" y="3"/>
                    <a:pt x="3228" y="3"/>
                  </a:cubicBezTo>
                  <a:cubicBezTo>
                    <a:pt x="2124" y="3"/>
                    <a:pt x="1127" y="728"/>
                    <a:pt x="801" y="1805"/>
                  </a:cubicBezTo>
                  <a:lnTo>
                    <a:pt x="0" y="1805"/>
                  </a:lnTo>
                  <a:lnTo>
                    <a:pt x="0" y="2305"/>
                  </a:lnTo>
                  <a:lnTo>
                    <a:pt x="734" y="2305"/>
                  </a:lnTo>
                  <a:lnTo>
                    <a:pt x="734" y="2539"/>
                  </a:lnTo>
                  <a:lnTo>
                    <a:pt x="734" y="2772"/>
                  </a:lnTo>
                  <a:lnTo>
                    <a:pt x="0" y="2772"/>
                  </a:lnTo>
                  <a:lnTo>
                    <a:pt x="0" y="3239"/>
                  </a:lnTo>
                  <a:lnTo>
                    <a:pt x="801" y="3239"/>
                  </a:lnTo>
                  <a:cubicBezTo>
                    <a:pt x="1121" y="4296"/>
                    <a:pt x="2086" y="5045"/>
                    <a:pt x="3165" y="5045"/>
                  </a:cubicBezTo>
                  <a:cubicBezTo>
                    <a:pt x="3211" y="5045"/>
                    <a:pt x="3257" y="5043"/>
                    <a:pt x="3303" y="5041"/>
                  </a:cubicBezTo>
                  <a:cubicBezTo>
                    <a:pt x="3342" y="5042"/>
                    <a:pt x="3381" y="5043"/>
                    <a:pt x="3420" y="5043"/>
                  </a:cubicBezTo>
                  <a:cubicBezTo>
                    <a:pt x="4077" y="5043"/>
                    <a:pt x="4696" y="4779"/>
                    <a:pt x="5137" y="4307"/>
                  </a:cubicBezTo>
                  <a:lnTo>
                    <a:pt x="5204" y="4240"/>
                  </a:lnTo>
                  <a:lnTo>
                    <a:pt x="4737" y="3806"/>
                  </a:lnTo>
                  <a:lnTo>
                    <a:pt x="4670" y="3873"/>
                  </a:lnTo>
                  <a:cubicBezTo>
                    <a:pt x="4361" y="4214"/>
                    <a:pt x="3908" y="4410"/>
                    <a:pt x="3444" y="4410"/>
                  </a:cubicBezTo>
                  <a:cubicBezTo>
                    <a:pt x="3408" y="4410"/>
                    <a:pt x="3372" y="4409"/>
                    <a:pt x="3336" y="4407"/>
                  </a:cubicBezTo>
                  <a:cubicBezTo>
                    <a:pt x="3310" y="4408"/>
                    <a:pt x="3284" y="4409"/>
                    <a:pt x="3259" y="4409"/>
                  </a:cubicBezTo>
                  <a:cubicBezTo>
                    <a:pt x="2520" y="4409"/>
                    <a:pt x="1826" y="3949"/>
                    <a:pt x="1568" y="3239"/>
                  </a:cubicBezTo>
                  <a:lnTo>
                    <a:pt x="3870" y="3239"/>
                  </a:lnTo>
                  <a:lnTo>
                    <a:pt x="3870" y="2772"/>
                  </a:lnTo>
                  <a:lnTo>
                    <a:pt x="1435" y="2772"/>
                  </a:lnTo>
                  <a:cubicBezTo>
                    <a:pt x="1435" y="2672"/>
                    <a:pt x="1435" y="2606"/>
                    <a:pt x="1435" y="2539"/>
                  </a:cubicBezTo>
                  <a:cubicBezTo>
                    <a:pt x="1435" y="2472"/>
                    <a:pt x="1435" y="2372"/>
                    <a:pt x="1435" y="2305"/>
                  </a:cubicBezTo>
                  <a:lnTo>
                    <a:pt x="3836" y="2305"/>
                  </a:lnTo>
                  <a:lnTo>
                    <a:pt x="3836" y="1805"/>
                  </a:lnTo>
                  <a:lnTo>
                    <a:pt x="1568" y="1805"/>
                  </a:lnTo>
                  <a:cubicBezTo>
                    <a:pt x="1835" y="1104"/>
                    <a:pt x="2569" y="637"/>
                    <a:pt x="3336" y="637"/>
                  </a:cubicBezTo>
                  <a:cubicBezTo>
                    <a:pt x="3836" y="637"/>
                    <a:pt x="4337" y="838"/>
                    <a:pt x="4670" y="1205"/>
                  </a:cubicBezTo>
                  <a:lnTo>
                    <a:pt x="4737" y="1271"/>
                  </a:lnTo>
                  <a:lnTo>
                    <a:pt x="5204" y="804"/>
                  </a:lnTo>
                  <a:lnTo>
                    <a:pt x="5137" y="738"/>
                  </a:lnTo>
                  <a:cubicBezTo>
                    <a:pt x="4696" y="265"/>
                    <a:pt x="4077" y="1"/>
                    <a:pt x="34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36" name="Google Shape;436;p52"/>
            <p:cNvSpPr/>
            <p:nvPr/>
          </p:nvSpPr>
          <p:spPr>
            <a:xfrm flipH="1">
              <a:off x="5684710" y="4462886"/>
              <a:ext cx="351304" cy="89526"/>
            </a:xfrm>
            <a:custGeom>
              <a:avLst/>
              <a:gdLst/>
              <a:ahLst/>
              <a:cxnLst/>
              <a:rect l="l" t="t" r="r" b="b"/>
              <a:pathLst>
                <a:path w="12710" h="3239" extrusionOk="0">
                  <a:moveTo>
                    <a:pt x="5481" y="0"/>
                  </a:moveTo>
                  <a:cubicBezTo>
                    <a:pt x="2412" y="0"/>
                    <a:pt x="31" y="599"/>
                    <a:pt x="1" y="1419"/>
                  </a:cubicBezTo>
                  <a:cubicBezTo>
                    <a:pt x="1" y="2286"/>
                    <a:pt x="2803" y="3120"/>
                    <a:pt x="6305" y="3220"/>
                  </a:cubicBezTo>
                  <a:cubicBezTo>
                    <a:pt x="6633" y="3233"/>
                    <a:pt x="6954" y="3239"/>
                    <a:pt x="7268" y="3239"/>
                  </a:cubicBezTo>
                  <a:cubicBezTo>
                    <a:pt x="10313" y="3239"/>
                    <a:pt x="12646" y="2669"/>
                    <a:pt x="12676" y="1853"/>
                  </a:cubicBezTo>
                  <a:cubicBezTo>
                    <a:pt x="12710" y="985"/>
                    <a:pt x="9908" y="151"/>
                    <a:pt x="6405" y="18"/>
                  </a:cubicBezTo>
                  <a:cubicBezTo>
                    <a:pt x="6092" y="6"/>
                    <a:pt x="5783" y="0"/>
                    <a:pt x="54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37" name="Google Shape;437;p52"/>
            <p:cNvSpPr/>
            <p:nvPr/>
          </p:nvSpPr>
          <p:spPr>
            <a:xfrm flipH="1">
              <a:off x="5683771" y="4456915"/>
              <a:ext cx="352244" cy="57187"/>
            </a:xfrm>
            <a:custGeom>
              <a:avLst/>
              <a:gdLst/>
              <a:ahLst/>
              <a:cxnLst/>
              <a:rect l="l" t="t" r="r" b="b"/>
              <a:pathLst>
                <a:path w="12744" h="2069" extrusionOk="0">
                  <a:moveTo>
                    <a:pt x="67" y="0"/>
                  </a:moveTo>
                  <a:lnTo>
                    <a:pt x="1" y="1602"/>
                  </a:lnTo>
                  <a:lnTo>
                    <a:pt x="12676" y="2069"/>
                  </a:lnTo>
                  <a:lnTo>
                    <a:pt x="12743" y="467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38" name="Google Shape;438;p52"/>
            <p:cNvSpPr/>
            <p:nvPr/>
          </p:nvSpPr>
          <p:spPr>
            <a:xfrm flipH="1">
              <a:off x="5682858" y="4418633"/>
              <a:ext cx="352217" cy="89526"/>
            </a:xfrm>
            <a:custGeom>
              <a:avLst/>
              <a:gdLst/>
              <a:ahLst/>
              <a:cxnLst/>
              <a:rect l="l" t="t" r="r" b="b"/>
              <a:pathLst>
                <a:path w="12743" h="3239" extrusionOk="0">
                  <a:moveTo>
                    <a:pt x="5512" y="0"/>
                  </a:moveTo>
                  <a:cubicBezTo>
                    <a:pt x="2443" y="0"/>
                    <a:pt x="64" y="596"/>
                    <a:pt x="33" y="1385"/>
                  </a:cubicBezTo>
                  <a:cubicBezTo>
                    <a:pt x="0" y="2286"/>
                    <a:pt x="2802" y="3120"/>
                    <a:pt x="6305" y="3220"/>
                  </a:cubicBezTo>
                  <a:cubicBezTo>
                    <a:pt x="6632" y="3233"/>
                    <a:pt x="6954" y="3239"/>
                    <a:pt x="7269" y="3239"/>
                  </a:cubicBezTo>
                  <a:cubicBezTo>
                    <a:pt x="10319" y="3239"/>
                    <a:pt x="12679" y="2669"/>
                    <a:pt x="12709" y="1852"/>
                  </a:cubicBezTo>
                  <a:cubicBezTo>
                    <a:pt x="12742" y="952"/>
                    <a:pt x="9940" y="151"/>
                    <a:pt x="6438" y="18"/>
                  </a:cubicBezTo>
                  <a:cubicBezTo>
                    <a:pt x="6124" y="6"/>
                    <a:pt x="5814" y="0"/>
                    <a:pt x="55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39" name="Google Shape;439;p52"/>
            <p:cNvSpPr/>
            <p:nvPr/>
          </p:nvSpPr>
          <p:spPr>
            <a:xfrm flipH="1">
              <a:off x="5704998" y="4430685"/>
              <a:ext cx="306113" cy="41018"/>
            </a:xfrm>
            <a:custGeom>
              <a:avLst/>
              <a:gdLst/>
              <a:ahLst/>
              <a:cxnLst/>
              <a:rect l="l" t="t" r="r" b="b"/>
              <a:pathLst>
                <a:path w="11075" h="1484" extrusionOk="0">
                  <a:moveTo>
                    <a:pt x="4642" y="0"/>
                  </a:moveTo>
                  <a:cubicBezTo>
                    <a:pt x="2019" y="0"/>
                    <a:pt x="30" y="378"/>
                    <a:pt x="0" y="916"/>
                  </a:cubicBezTo>
                  <a:cubicBezTo>
                    <a:pt x="0" y="983"/>
                    <a:pt x="0" y="1050"/>
                    <a:pt x="67" y="1083"/>
                  </a:cubicBezTo>
                  <a:cubicBezTo>
                    <a:pt x="416" y="618"/>
                    <a:pt x="2234" y="330"/>
                    <a:pt x="4529" y="330"/>
                  </a:cubicBezTo>
                  <a:cubicBezTo>
                    <a:pt x="4867" y="330"/>
                    <a:pt x="5215" y="336"/>
                    <a:pt x="5571" y="349"/>
                  </a:cubicBezTo>
                  <a:cubicBezTo>
                    <a:pt x="8306" y="449"/>
                    <a:pt x="10608" y="916"/>
                    <a:pt x="10975" y="1483"/>
                  </a:cubicBezTo>
                  <a:cubicBezTo>
                    <a:pt x="11008" y="1450"/>
                    <a:pt x="11042" y="1383"/>
                    <a:pt x="11042" y="1316"/>
                  </a:cubicBezTo>
                  <a:cubicBezTo>
                    <a:pt x="11075" y="749"/>
                    <a:pt x="8640" y="149"/>
                    <a:pt x="5571" y="15"/>
                  </a:cubicBezTo>
                  <a:cubicBezTo>
                    <a:pt x="5254" y="5"/>
                    <a:pt x="4944" y="0"/>
                    <a:pt x="46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40" name="Google Shape;440;p52"/>
            <p:cNvSpPr/>
            <p:nvPr/>
          </p:nvSpPr>
          <p:spPr>
            <a:xfrm flipH="1">
              <a:off x="5642282" y="4399230"/>
              <a:ext cx="352244" cy="89554"/>
            </a:xfrm>
            <a:custGeom>
              <a:avLst/>
              <a:gdLst/>
              <a:ahLst/>
              <a:cxnLst/>
              <a:rect l="l" t="t" r="r" b="b"/>
              <a:pathLst>
                <a:path w="12744" h="3240" extrusionOk="0">
                  <a:moveTo>
                    <a:pt x="5475" y="1"/>
                  </a:moveTo>
                  <a:cubicBezTo>
                    <a:pt x="2425" y="1"/>
                    <a:pt x="64" y="570"/>
                    <a:pt x="34" y="1387"/>
                  </a:cubicBezTo>
                  <a:cubicBezTo>
                    <a:pt x="1" y="2288"/>
                    <a:pt x="2803" y="3088"/>
                    <a:pt x="6305" y="3222"/>
                  </a:cubicBezTo>
                  <a:cubicBezTo>
                    <a:pt x="6620" y="3234"/>
                    <a:pt x="6929" y="3239"/>
                    <a:pt x="7232" y="3239"/>
                  </a:cubicBezTo>
                  <a:cubicBezTo>
                    <a:pt x="10300" y="3239"/>
                    <a:pt x="12679" y="2643"/>
                    <a:pt x="12710" y="1854"/>
                  </a:cubicBezTo>
                  <a:cubicBezTo>
                    <a:pt x="12743" y="953"/>
                    <a:pt x="9941" y="119"/>
                    <a:pt x="6439" y="19"/>
                  </a:cubicBezTo>
                  <a:cubicBezTo>
                    <a:pt x="6111" y="7"/>
                    <a:pt x="5789" y="1"/>
                    <a:pt x="54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41" name="Google Shape;441;p52"/>
            <p:cNvSpPr/>
            <p:nvPr/>
          </p:nvSpPr>
          <p:spPr>
            <a:xfrm flipH="1">
              <a:off x="5641370" y="4393287"/>
              <a:ext cx="352217" cy="57187"/>
            </a:xfrm>
            <a:custGeom>
              <a:avLst/>
              <a:gdLst/>
              <a:ahLst/>
              <a:cxnLst/>
              <a:rect l="l" t="t" r="r" b="b"/>
              <a:pathLst>
                <a:path w="12743" h="2069" extrusionOk="0">
                  <a:moveTo>
                    <a:pt x="67" y="1"/>
                  </a:moveTo>
                  <a:lnTo>
                    <a:pt x="0" y="1602"/>
                  </a:lnTo>
                  <a:lnTo>
                    <a:pt x="12676" y="2069"/>
                  </a:lnTo>
                  <a:lnTo>
                    <a:pt x="12743" y="468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42" name="Google Shape;442;p52"/>
            <p:cNvSpPr/>
            <p:nvPr/>
          </p:nvSpPr>
          <p:spPr>
            <a:xfrm flipH="1">
              <a:off x="5640458" y="4354977"/>
              <a:ext cx="352217" cy="89554"/>
            </a:xfrm>
            <a:custGeom>
              <a:avLst/>
              <a:gdLst/>
              <a:ahLst/>
              <a:cxnLst/>
              <a:rect l="l" t="t" r="r" b="b"/>
              <a:pathLst>
                <a:path w="12743" h="3240" extrusionOk="0">
                  <a:moveTo>
                    <a:pt x="5442" y="1"/>
                  </a:moveTo>
                  <a:cubicBezTo>
                    <a:pt x="2397" y="1"/>
                    <a:pt x="64" y="570"/>
                    <a:pt x="34" y="1387"/>
                  </a:cubicBezTo>
                  <a:cubicBezTo>
                    <a:pt x="0" y="2254"/>
                    <a:pt x="2802" y="3088"/>
                    <a:pt x="6305" y="3221"/>
                  </a:cubicBezTo>
                  <a:cubicBezTo>
                    <a:pt x="6619" y="3233"/>
                    <a:pt x="6929" y="3239"/>
                    <a:pt x="7231" y="3239"/>
                  </a:cubicBezTo>
                  <a:cubicBezTo>
                    <a:pt x="10300" y="3239"/>
                    <a:pt x="12679" y="2643"/>
                    <a:pt x="12710" y="1854"/>
                  </a:cubicBezTo>
                  <a:cubicBezTo>
                    <a:pt x="12743" y="986"/>
                    <a:pt x="9908" y="119"/>
                    <a:pt x="6405" y="19"/>
                  </a:cubicBezTo>
                  <a:cubicBezTo>
                    <a:pt x="6078" y="7"/>
                    <a:pt x="5756" y="1"/>
                    <a:pt x="54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43" name="Google Shape;443;p52"/>
            <p:cNvSpPr/>
            <p:nvPr/>
          </p:nvSpPr>
          <p:spPr>
            <a:xfrm flipH="1">
              <a:off x="5663509" y="4367056"/>
              <a:ext cx="306113" cy="40106"/>
            </a:xfrm>
            <a:custGeom>
              <a:avLst/>
              <a:gdLst/>
              <a:ahLst/>
              <a:cxnLst/>
              <a:rect l="l" t="t" r="r" b="b"/>
              <a:pathLst>
                <a:path w="11075" h="1451" extrusionOk="0">
                  <a:moveTo>
                    <a:pt x="4642" y="0"/>
                  </a:moveTo>
                  <a:cubicBezTo>
                    <a:pt x="2019" y="0"/>
                    <a:pt x="30" y="378"/>
                    <a:pt x="0" y="916"/>
                  </a:cubicBezTo>
                  <a:cubicBezTo>
                    <a:pt x="0" y="983"/>
                    <a:pt x="34" y="1016"/>
                    <a:pt x="67" y="1083"/>
                  </a:cubicBezTo>
                  <a:cubicBezTo>
                    <a:pt x="420" y="613"/>
                    <a:pt x="2273" y="298"/>
                    <a:pt x="4602" y="298"/>
                  </a:cubicBezTo>
                  <a:cubicBezTo>
                    <a:pt x="4917" y="298"/>
                    <a:pt x="5241" y="304"/>
                    <a:pt x="5571" y="316"/>
                  </a:cubicBezTo>
                  <a:cubicBezTo>
                    <a:pt x="8340" y="416"/>
                    <a:pt x="10608" y="916"/>
                    <a:pt x="11008" y="1450"/>
                  </a:cubicBezTo>
                  <a:cubicBezTo>
                    <a:pt x="11042" y="1417"/>
                    <a:pt x="11042" y="1350"/>
                    <a:pt x="11075" y="1317"/>
                  </a:cubicBezTo>
                  <a:cubicBezTo>
                    <a:pt x="11075" y="716"/>
                    <a:pt x="8640" y="116"/>
                    <a:pt x="5571" y="16"/>
                  </a:cubicBezTo>
                  <a:cubicBezTo>
                    <a:pt x="5254" y="5"/>
                    <a:pt x="4944" y="0"/>
                    <a:pt x="46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44" name="Google Shape;444;p52"/>
            <p:cNvSpPr/>
            <p:nvPr/>
          </p:nvSpPr>
          <p:spPr>
            <a:xfrm flipH="1">
              <a:off x="5640458" y="4318105"/>
              <a:ext cx="352217" cy="89526"/>
            </a:xfrm>
            <a:custGeom>
              <a:avLst/>
              <a:gdLst/>
              <a:ahLst/>
              <a:cxnLst/>
              <a:rect l="l" t="t" r="r" b="b"/>
              <a:pathLst>
                <a:path w="12743" h="3239" extrusionOk="0">
                  <a:moveTo>
                    <a:pt x="5442" y="0"/>
                  </a:moveTo>
                  <a:cubicBezTo>
                    <a:pt x="2397" y="0"/>
                    <a:pt x="64" y="570"/>
                    <a:pt x="34" y="1386"/>
                  </a:cubicBezTo>
                  <a:cubicBezTo>
                    <a:pt x="0" y="2287"/>
                    <a:pt x="2802" y="3088"/>
                    <a:pt x="6305" y="3221"/>
                  </a:cubicBezTo>
                  <a:cubicBezTo>
                    <a:pt x="6619" y="3233"/>
                    <a:pt x="6929" y="3239"/>
                    <a:pt x="7231" y="3239"/>
                  </a:cubicBezTo>
                  <a:cubicBezTo>
                    <a:pt x="10300" y="3239"/>
                    <a:pt x="12679" y="2643"/>
                    <a:pt x="12710" y="1853"/>
                  </a:cubicBezTo>
                  <a:cubicBezTo>
                    <a:pt x="12743" y="953"/>
                    <a:pt x="9908" y="152"/>
                    <a:pt x="6405" y="19"/>
                  </a:cubicBezTo>
                  <a:cubicBezTo>
                    <a:pt x="6078" y="6"/>
                    <a:pt x="5756" y="0"/>
                    <a:pt x="5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45" name="Google Shape;445;p52"/>
            <p:cNvSpPr/>
            <p:nvPr/>
          </p:nvSpPr>
          <p:spPr>
            <a:xfrm flipH="1">
              <a:off x="5640458" y="4312162"/>
              <a:ext cx="351304" cy="57187"/>
            </a:xfrm>
            <a:custGeom>
              <a:avLst/>
              <a:gdLst/>
              <a:ahLst/>
              <a:cxnLst/>
              <a:rect l="l" t="t" r="r" b="b"/>
              <a:pathLst>
                <a:path w="12710" h="2069" extrusionOk="0">
                  <a:moveTo>
                    <a:pt x="34" y="0"/>
                  </a:moveTo>
                  <a:lnTo>
                    <a:pt x="1" y="1601"/>
                  </a:lnTo>
                  <a:lnTo>
                    <a:pt x="12677" y="2068"/>
                  </a:lnTo>
                  <a:lnTo>
                    <a:pt x="12710" y="467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46" name="Google Shape;446;p52"/>
            <p:cNvSpPr/>
            <p:nvPr/>
          </p:nvSpPr>
          <p:spPr>
            <a:xfrm flipH="1">
              <a:off x="5639518" y="4272941"/>
              <a:ext cx="352244" cy="89554"/>
            </a:xfrm>
            <a:custGeom>
              <a:avLst/>
              <a:gdLst/>
              <a:ahLst/>
              <a:cxnLst/>
              <a:rect l="l" t="t" r="r" b="b"/>
              <a:pathLst>
                <a:path w="12744" h="3240" extrusionOk="0">
                  <a:moveTo>
                    <a:pt x="5513" y="1"/>
                  </a:moveTo>
                  <a:cubicBezTo>
                    <a:pt x="2444" y="1"/>
                    <a:pt x="65" y="597"/>
                    <a:pt x="34" y="1386"/>
                  </a:cubicBezTo>
                  <a:cubicBezTo>
                    <a:pt x="1" y="2287"/>
                    <a:pt x="2836" y="3121"/>
                    <a:pt x="6339" y="3221"/>
                  </a:cubicBezTo>
                  <a:cubicBezTo>
                    <a:pt x="6666" y="3233"/>
                    <a:pt x="6988" y="3239"/>
                    <a:pt x="7302" y="3239"/>
                  </a:cubicBezTo>
                  <a:cubicBezTo>
                    <a:pt x="10347" y="3239"/>
                    <a:pt x="12680" y="2669"/>
                    <a:pt x="12710" y="1853"/>
                  </a:cubicBezTo>
                  <a:cubicBezTo>
                    <a:pt x="12743" y="986"/>
                    <a:pt x="9941" y="152"/>
                    <a:pt x="6439" y="18"/>
                  </a:cubicBezTo>
                  <a:cubicBezTo>
                    <a:pt x="6124" y="6"/>
                    <a:pt x="5815" y="1"/>
                    <a:pt x="55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47" name="Google Shape;447;p52"/>
            <p:cNvSpPr/>
            <p:nvPr/>
          </p:nvSpPr>
          <p:spPr>
            <a:xfrm flipH="1">
              <a:off x="5661658" y="4285932"/>
              <a:ext cx="306113" cy="40078"/>
            </a:xfrm>
            <a:custGeom>
              <a:avLst/>
              <a:gdLst/>
              <a:ahLst/>
              <a:cxnLst/>
              <a:rect l="l" t="t" r="r" b="b"/>
              <a:pathLst>
                <a:path w="11075" h="1450" extrusionOk="0">
                  <a:moveTo>
                    <a:pt x="4641" y="0"/>
                  </a:moveTo>
                  <a:cubicBezTo>
                    <a:pt x="2012" y="0"/>
                    <a:pt x="0" y="378"/>
                    <a:pt x="0" y="916"/>
                  </a:cubicBezTo>
                  <a:cubicBezTo>
                    <a:pt x="0" y="983"/>
                    <a:pt x="33" y="1016"/>
                    <a:pt x="67" y="1083"/>
                  </a:cubicBezTo>
                  <a:cubicBezTo>
                    <a:pt x="419" y="613"/>
                    <a:pt x="2273" y="298"/>
                    <a:pt x="4602" y="298"/>
                  </a:cubicBezTo>
                  <a:cubicBezTo>
                    <a:pt x="4917" y="298"/>
                    <a:pt x="5241" y="304"/>
                    <a:pt x="5571" y="316"/>
                  </a:cubicBezTo>
                  <a:cubicBezTo>
                    <a:pt x="8306" y="416"/>
                    <a:pt x="10608" y="916"/>
                    <a:pt x="10975" y="1450"/>
                  </a:cubicBezTo>
                  <a:cubicBezTo>
                    <a:pt x="11008" y="1416"/>
                    <a:pt x="11041" y="1383"/>
                    <a:pt x="11041" y="1316"/>
                  </a:cubicBezTo>
                  <a:cubicBezTo>
                    <a:pt x="11075" y="716"/>
                    <a:pt x="8640" y="115"/>
                    <a:pt x="5571" y="15"/>
                  </a:cubicBezTo>
                  <a:cubicBezTo>
                    <a:pt x="5254" y="5"/>
                    <a:pt x="4943" y="0"/>
                    <a:pt x="46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48" name="Google Shape;448;p52"/>
            <p:cNvSpPr/>
            <p:nvPr/>
          </p:nvSpPr>
          <p:spPr>
            <a:xfrm flipH="1">
              <a:off x="5598970" y="4253758"/>
              <a:ext cx="352217" cy="90079"/>
            </a:xfrm>
            <a:custGeom>
              <a:avLst/>
              <a:gdLst/>
              <a:ahLst/>
              <a:cxnLst/>
              <a:rect l="l" t="t" r="r" b="b"/>
              <a:pathLst>
                <a:path w="12743" h="3259" extrusionOk="0">
                  <a:moveTo>
                    <a:pt x="5683" y="1"/>
                  </a:moveTo>
                  <a:cubicBezTo>
                    <a:pt x="2533" y="1"/>
                    <a:pt x="65" y="578"/>
                    <a:pt x="34" y="1413"/>
                  </a:cubicBezTo>
                  <a:cubicBezTo>
                    <a:pt x="1" y="2280"/>
                    <a:pt x="2836" y="3114"/>
                    <a:pt x="6305" y="3247"/>
                  </a:cubicBezTo>
                  <a:cubicBezTo>
                    <a:pt x="6561" y="3255"/>
                    <a:pt x="6813" y="3258"/>
                    <a:pt x="7061" y="3258"/>
                  </a:cubicBezTo>
                  <a:cubicBezTo>
                    <a:pt x="10211" y="3258"/>
                    <a:pt x="12679" y="2681"/>
                    <a:pt x="12710" y="1846"/>
                  </a:cubicBezTo>
                  <a:cubicBezTo>
                    <a:pt x="12743" y="979"/>
                    <a:pt x="9941" y="145"/>
                    <a:pt x="6438" y="12"/>
                  </a:cubicBezTo>
                  <a:cubicBezTo>
                    <a:pt x="6183" y="5"/>
                    <a:pt x="5931" y="1"/>
                    <a:pt x="56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49" name="Google Shape;449;p52"/>
            <p:cNvSpPr/>
            <p:nvPr/>
          </p:nvSpPr>
          <p:spPr>
            <a:xfrm flipH="1">
              <a:off x="5598030" y="4247622"/>
              <a:ext cx="352244" cy="57187"/>
            </a:xfrm>
            <a:custGeom>
              <a:avLst/>
              <a:gdLst/>
              <a:ahLst/>
              <a:cxnLst/>
              <a:rect l="l" t="t" r="r" b="b"/>
              <a:pathLst>
                <a:path w="12744" h="2069" extrusionOk="0">
                  <a:moveTo>
                    <a:pt x="68" y="0"/>
                  </a:moveTo>
                  <a:lnTo>
                    <a:pt x="1" y="1601"/>
                  </a:lnTo>
                  <a:lnTo>
                    <a:pt x="12677" y="2068"/>
                  </a:lnTo>
                  <a:lnTo>
                    <a:pt x="12743" y="467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50" name="Google Shape;450;p52"/>
            <p:cNvSpPr/>
            <p:nvPr/>
          </p:nvSpPr>
          <p:spPr>
            <a:xfrm flipH="1">
              <a:off x="5597118" y="4209312"/>
              <a:ext cx="352217" cy="89554"/>
            </a:xfrm>
            <a:custGeom>
              <a:avLst/>
              <a:gdLst/>
              <a:ahLst/>
              <a:cxnLst/>
              <a:rect l="l" t="t" r="r" b="b"/>
              <a:pathLst>
                <a:path w="12743" h="3240" extrusionOk="0">
                  <a:moveTo>
                    <a:pt x="5512" y="1"/>
                  </a:moveTo>
                  <a:cubicBezTo>
                    <a:pt x="2444" y="1"/>
                    <a:pt x="64" y="597"/>
                    <a:pt x="34" y="1386"/>
                  </a:cubicBezTo>
                  <a:cubicBezTo>
                    <a:pt x="0" y="2287"/>
                    <a:pt x="2802" y="3121"/>
                    <a:pt x="6305" y="3221"/>
                  </a:cubicBezTo>
                  <a:cubicBezTo>
                    <a:pt x="6632" y="3233"/>
                    <a:pt x="6954" y="3240"/>
                    <a:pt x="7269" y="3240"/>
                  </a:cubicBezTo>
                  <a:cubicBezTo>
                    <a:pt x="10319" y="3240"/>
                    <a:pt x="12679" y="2670"/>
                    <a:pt x="12709" y="1853"/>
                  </a:cubicBezTo>
                  <a:cubicBezTo>
                    <a:pt x="12743" y="986"/>
                    <a:pt x="9907" y="152"/>
                    <a:pt x="6438" y="19"/>
                  </a:cubicBezTo>
                  <a:cubicBezTo>
                    <a:pt x="6124" y="7"/>
                    <a:pt x="5815" y="1"/>
                    <a:pt x="55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51" name="Google Shape;451;p52"/>
            <p:cNvSpPr/>
            <p:nvPr/>
          </p:nvSpPr>
          <p:spPr>
            <a:xfrm flipH="1">
              <a:off x="5619230" y="4221999"/>
              <a:ext cx="306141" cy="40410"/>
            </a:xfrm>
            <a:custGeom>
              <a:avLst/>
              <a:gdLst/>
              <a:ahLst/>
              <a:cxnLst/>
              <a:rect l="l" t="t" r="r" b="b"/>
              <a:pathLst>
                <a:path w="11076" h="1462" extrusionOk="0">
                  <a:moveTo>
                    <a:pt x="4405" y="1"/>
                  </a:moveTo>
                  <a:cubicBezTo>
                    <a:pt x="1893" y="1"/>
                    <a:pt x="1" y="372"/>
                    <a:pt x="1" y="894"/>
                  </a:cubicBezTo>
                  <a:cubicBezTo>
                    <a:pt x="1" y="961"/>
                    <a:pt x="1" y="1027"/>
                    <a:pt x="34" y="1061"/>
                  </a:cubicBezTo>
                  <a:cubicBezTo>
                    <a:pt x="412" y="596"/>
                    <a:pt x="2234" y="308"/>
                    <a:pt x="4507" y="308"/>
                  </a:cubicBezTo>
                  <a:cubicBezTo>
                    <a:pt x="4842" y="308"/>
                    <a:pt x="5187" y="314"/>
                    <a:pt x="5538" y="327"/>
                  </a:cubicBezTo>
                  <a:cubicBezTo>
                    <a:pt x="8306" y="427"/>
                    <a:pt x="10575" y="894"/>
                    <a:pt x="10975" y="1461"/>
                  </a:cubicBezTo>
                  <a:cubicBezTo>
                    <a:pt x="11008" y="1428"/>
                    <a:pt x="11042" y="1361"/>
                    <a:pt x="11042" y="1294"/>
                  </a:cubicBezTo>
                  <a:cubicBezTo>
                    <a:pt x="11075" y="694"/>
                    <a:pt x="8640" y="127"/>
                    <a:pt x="5571" y="27"/>
                  </a:cubicBezTo>
                  <a:cubicBezTo>
                    <a:pt x="5171" y="9"/>
                    <a:pt x="4781" y="1"/>
                    <a:pt x="44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52" name="Google Shape;452;p52"/>
            <p:cNvSpPr/>
            <p:nvPr/>
          </p:nvSpPr>
          <p:spPr>
            <a:xfrm flipH="1">
              <a:off x="6639906" y="4427561"/>
              <a:ext cx="352217" cy="89830"/>
            </a:xfrm>
            <a:custGeom>
              <a:avLst/>
              <a:gdLst/>
              <a:ahLst/>
              <a:cxnLst/>
              <a:rect l="l" t="t" r="r" b="b"/>
              <a:pathLst>
                <a:path w="12743" h="3250" extrusionOk="0">
                  <a:moveTo>
                    <a:pt x="5292" y="1"/>
                  </a:moveTo>
                  <a:cubicBezTo>
                    <a:pt x="2353" y="1"/>
                    <a:pt x="67" y="563"/>
                    <a:pt x="67" y="1363"/>
                  </a:cubicBezTo>
                  <a:cubicBezTo>
                    <a:pt x="0" y="2230"/>
                    <a:pt x="2802" y="3064"/>
                    <a:pt x="6305" y="3231"/>
                  </a:cubicBezTo>
                  <a:cubicBezTo>
                    <a:pt x="6633" y="3243"/>
                    <a:pt x="6956" y="3249"/>
                    <a:pt x="7271" y="3249"/>
                  </a:cubicBezTo>
                  <a:cubicBezTo>
                    <a:pt x="10320" y="3249"/>
                    <a:pt x="12679" y="2682"/>
                    <a:pt x="12709" y="1896"/>
                  </a:cubicBezTo>
                  <a:cubicBezTo>
                    <a:pt x="12743" y="996"/>
                    <a:pt x="9941" y="162"/>
                    <a:pt x="6438" y="28"/>
                  </a:cubicBezTo>
                  <a:cubicBezTo>
                    <a:pt x="6048" y="10"/>
                    <a:pt x="5665" y="1"/>
                    <a:pt x="52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53" name="Google Shape;453;p52"/>
            <p:cNvSpPr/>
            <p:nvPr/>
          </p:nvSpPr>
          <p:spPr>
            <a:xfrm flipH="1">
              <a:off x="6638967" y="4420043"/>
              <a:ext cx="352244" cy="59951"/>
            </a:xfrm>
            <a:custGeom>
              <a:avLst/>
              <a:gdLst/>
              <a:ahLst/>
              <a:cxnLst/>
              <a:rect l="l" t="t" r="r" b="b"/>
              <a:pathLst>
                <a:path w="12744" h="2169" extrusionOk="0">
                  <a:moveTo>
                    <a:pt x="67" y="0"/>
                  </a:moveTo>
                  <a:lnTo>
                    <a:pt x="1" y="1601"/>
                  </a:lnTo>
                  <a:lnTo>
                    <a:pt x="12676" y="2168"/>
                  </a:lnTo>
                  <a:lnTo>
                    <a:pt x="12743" y="53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54" name="Google Shape;454;p52"/>
            <p:cNvSpPr/>
            <p:nvPr/>
          </p:nvSpPr>
          <p:spPr>
            <a:xfrm flipH="1">
              <a:off x="6638054" y="4383309"/>
              <a:ext cx="352217" cy="89830"/>
            </a:xfrm>
            <a:custGeom>
              <a:avLst/>
              <a:gdLst/>
              <a:ahLst/>
              <a:cxnLst/>
              <a:rect l="l" t="t" r="r" b="b"/>
              <a:pathLst>
                <a:path w="12743" h="3250" extrusionOk="0">
                  <a:moveTo>
                    <a:pt x="5291" y="0"/>
                  </a:moveTo>
                  <a:cubicBezTo>
                    <a:pt x="2352" y="0"/>
                    <a:pt x="63" y="563"/>
                    <a:pt x="33" y="1363"/>
                  </a:cubicBezTo>
                  <a:cubicBezTo>
                    <a:pt x="0" y="2230"/>
                    <a:pt x="2802" y="3064"/>
                    <a:pt x="6305" y="3231"/>
                  </a:cubicBezTo>
                  <a:cubicBezTo>
                    <a:pt x="6630" y="3243"/>
                    <a:pt x="6949" y="3249"/>
                    <a:pt x="7262" y="3249"/>
                  </a:cubicBezTo>
                  <a:cubicBezTo>
                    <a:pt x="10287" y="3249"/>
                    <a:pt x="12649" y="2682"/>
                    <a:pt x="12709" y="1896"/>
                  </a:cubicBezTo>
                  <a:cubicBezTo>
                    <a:pt x="12742" y="996"/>
                    <a:pt x="9940" y="162"/>
                    <a:pt x="6438" y="28"/>
                  </a:cubicBezTo>
                  <a:cubicBezTo>
                    <a:pt x="6048" y="9"/>
                    <a:pt x="5664" y="0"/>
                    <a:pt x="52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55" name="Google Shape;455;p52"/>
            <p:cNvSpPr/>
            <p:nvPr/>
          </p:nvSpPr>
          <p:spPr>
            <a:xfrm flipH="1">
              <a:off x="6661106" y="4395360"/>
              <a:ext cx="306141" cy="41294"/>
            </a:xfrm>
            <a:custGeom>
              <a:avLst/>
              <a:gdLst/>
              <a:ahLst/>
              <a:cxnLst/>
              <a:rect l="l" t="t" r="r" b="b"/>
              <a:pathLst>
                <a:path w="11076" h="1494" extrusionOk="0">
                  <a:moveTo>
                    <a:pt x="4416" y="0"/>
                  </a:moveTo>
                  <a:cubicBezTo>
                    <a:pt x="1926" y="0"/>
                    <a:pt x="30" y="371"/>
                    <a:pt x="1" y="893"/>
                  </a:cubicBezTo>
                  <a:cubicBezTo>
                    <a:pt x="1" y="927"/>
                    <a:pt x="34" y="993"/>
                    <a:pt x="68" y="1027"/>
                  </a:cubicBezTo>
                  <a:cubicBezTo>
                    <a:pt x="436" y="601"/>
                    <a:pt x="2154" y="297"/>
                    <a:pt x="4361" y="297"/>
                  </a:cubicBezTo>
                  <a:cubicBezTo>
                    <a:pt x="4751" y="297"/>
                    <a:pt x="5156" y="306"/>
                    <a:pt x="5572" y="326"/>
                  </a:cubicBezTo>
                  <a:cubicBezTo>
                    <a:pt x="8340" y="459"/>
                    <a:pt x="10642" y="960"/>
                    <a:pt x="11009" y="1494"/>
                  </a:cubicBezTo>
                  <a:cubicBezTo>
                    <a:pt x="11042" y="1460"/>
                    <a:pt x="11042" y="1394"/>
                    <a:pt x="11076" y="1360"/>
                  </a:cubicBezTo>
                  <a:cubicBezTo>
                    <a:pt x="11076" y="760"/>
                    <a:pt x="8640" y="159"/>
                    <a:pt x="5572" y="26"/>
                  </a:cubicBezTo>
                  <a:cubicBezTo>
                    <a:pt x="5176" y="8"/>
                    <a:pt x="4790" y="0"/>
                    <a:pt x="441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56" name="Google Shape;456;p52"/>
            <p:cNvSpPr/>
            <p:nvPr/>
          </p:nvSpPr>
          <p:spPr>
            <a:xfrm flipH="1">
              <a:off x="6661106" y="4395360"/>
              <a:ext cx="306141" cy="41294"/>
            </a:xfrm>
            <a:custGeom>
              <a:avLst/>
              <a:gdLst/>
              <a:ahLst/>
              <a:cxnLst/>
              <a:rect l="l" t="t" r="r" b="b"/>
              <a:pathLst>
                <a:path w="11076" h="1494" extrusionOk="0">
                  <a:moveTo>
                    <a:pt x="4416" y="0"/>
                  </a:moveTo>
                  <a:cubicBezTo>
                    <a:pt x="1926" y="0"/>
                    <a:pt x="30" y="371"/>
                    <a:pt x="1" y="893"/>
                  </a:cubicBezTo>
                  <a:cubicBezTo>
                    <a:pt x="1" y="927"/>
                    <a:pt x="34" y="993"/>
                    <a:pt x="68" y="1027"/>
                  </a:cubicBezTo>
                  <a:cubicBezTo>
                    <a:pt x="436" y="601"/>
                    <a:pt x="2154" y="297"/>
                    <a:pt x="4361" y="297"/>
                  </a:cubicBezTo>
                  <a:cubicBezTo>
                    <a:pt x="4751" y="297"/>
                    <a:pt x="5156" y="306"/>
                    <a:pt x="5572" y="326"/>
                  </a:cubicBezTo>
                  <a:cubicBezTo>
                    <a:pt x="8340" y="459"/>
                    <a:pt x="10642" y="960"/>
                    <a:pt x="11009" y="1494"/>
                  </a:cubicBezTo>
                  <a:cubicBezTo>
                    <a:pt x="11042" y="1460"/>
                    <a:pt x="11042" y="1394"/>
                    <a:pt x="11076" y="1360"/>
                  </a:cubicBezTo>
                  <a:cubicBezTo>
                    <a:pt x="11076" y="760"/>
                    <a:pt x="8640" y="159"/>
                    <a:pt x="5572" y="26"/>
                  </a:cubicBezTo>
                  <a:cubicBezTo>
                    <a:pt x="5176" y="8"/>
                    <a:pt x="4790" y="0"/>
                    <a:pt x="44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57" name="Google Shape;457;p52"/>
            <p:cNvSpPr/>
            <p:nvPr/>
          </p:nvSpPr>
          <p:spPr>
            <a:xfrm flipH="1">
              <a:off x="6676779" y="4360257"/>
              <a:ext cx="352217" cy="90079"/>
            </a:xfrm>
            <a:custGeom>
              <a:avLst/>
              <a:gdLst/>
              <a:ahLst/>
              <a:cxnLst/>
              <a:rect l="l" t="t" r="r" b="b"/>
              <a:pathLst>
                <a:path w="12743" h="3259" extrusionOk="0">
                  <a:moveTo>
                    <a:pt x="5291" y="0"/>
                  </a:moveTo>
                  <a:cubicBezTo>
                    <a:pt x="2352" y="0"/>
                    <a:pt x="63" y="563"/>
                    <a:pt x="33" y="1363"/>
                  </a:cubicBezTo>
                  <a:cubicBezTo>
                    <a:pt x="0" y="2230"/>
                    <a:pt x="2802" y="3097"/>
                    <a:pt x="6305" y="3231"/>
                  </a:cubicBezTo>
                  <a:cubicBezTo>
                    <a:pt x="6695" y="3249"/>
                    <a:pt x="7078" y="3258"/>
                    <a:pt x="7451" y="3258"/>
                  </a:cubicBezTo>
                  <a:cubicBezTo>
                    <a:pt x="10391" y="3258"/>
                    <a:pt x="12680" y="2696"/>
                    <a:pt x="12709" y="1896"/>
                  </a:cubicBezTo>
                  <a:cubicBezTo>
                    <a:pt x="12742" y="996"/>
                    <a:pt x="9940" y="162"/>
                    <a:pt x="6438" y="28"/>
                  </a:cubicBezTo>
                  <a:cubicBezTo>
                    <a:pt x="6048" y="10"/>
                    <a:pt x="5664" y="0"/>
                    <a:pt x="52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58" name="Google Shape;458;p52"/>
            <p:cNvSpPr/>
            <p:nvPr/>
          </p:nvSpPr>
          <p:spPr>
            <a:xfrm flipH="1">
              <a:off x="6675866" y="4353651"/>
              <a:ext cx="352217" cy="59039"/>
            </a:xfrm>
            <a:custGeom>
              <a:avLst/>
              <a:gdLst/>
              <a:ahLst/>
              <a:cxnLst/>
              <a:rect l="l" t="t" r="r" b="b"/>
              <a:pathLst>
                <a:path w="12743" h="2136" extrusionOk="0">
                  <a:moveTo>
                    <a:pt x="67" y="0"/>
                  </a:moveTo>
                  <a:lnTo>
                    <a:pt x="0" y="1602"/>
                  </a:lnTo>
                  <a:lnTo>
                    <a:pt x="12676" y="2135"/>
                  </a:lnTo>
                  <a:lnTo>
                    <a:pt x="12743" y="53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59" name="Google Shape;459;p52"/>
            <p:cNvSpPr/>
            <p:nvPr/>
          </p:nvSpPr>
          <p:spPr>
            <a:xfrm flipH="1">
              <a:off x="6674927" y="4316004"/>
              <a:ext cx="352244" cy="89802"/>
            </a:xfrm>
            <a:custGeom>
              <a:avLst/>
              <a:gdLst/>
              <a:ahLst/>
              <a:cxnLst/>
              <a:rect l="l" t="t" r="r" b="b"/>
              <a:pathLst>
                <a:path w="12744" h="3249" extrusionOk="0">
                  <a:moveTo>
                    <a:pt x="5292" y="0"/>
                  </a:moveTo>
                  <a:cubicBezTo>
                    <a:pt x="2353" y="0"/>
                    <a:pt x="64" y="563"/>
                    <a:pt x="34" y="1362"/>
                  </a:cubicBezTo>
                  <a:cubicBezTo>
                    <a:pt x="1" y="2230"/>
                    <a:pt x="2803" y="3064"/>
                    <a:pt x="6305" y="3230"/>
                  </a:cubicBezTo>
                  <a:cubicBezTo>
                    <a:pt x="6630" y="3243"/>
                    <a:pt x="6950" y="3249"/>
                    <a:pt x="7264" y="3249"/>
                  </a:cubicBezTo>
                  <a:cubicBezTo>
                    <a:pt x="10293" y="3249"/>
                    <a:pt x="12680" y="2682"/>
                    <a:pt x="12710" y="1896"/>
                  </a:cubicBezTo>
                  <a:cubicBezTo>
                    <a:pt x="12743" y="995"/>
                    <a:pt x="9941" y="162"/>
                    <a:pt x="6439" y="28"/>
                  </a:cubicBezTo>
                  <a:cubicBezTo>
                    <a:pt x="6048" y="9"/>
                    <a:pt x="5665" y="0"/>
                    <a:pt x="52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60" name="Google Shape;460;p52"/>
            <p:cNvSpPr/>
            <p:nvPr/>
          </p:nvSpPr>
          <p:spPr>
            <a:xfrm flipH="1">
              <a:off x="6697066" y="4328056"/>
              <a:ext cx="307053" cy="42206"/>
            </a:xfrm>
            <a:custGeom>
              <a:avLst/>
              <a:gdLst/>
              <a:ahLst/>
              <a:cxnLst/>
              <a:rect l="l" t="t" r="r" b="b"/>
              <a:pathLst>
                <a:path w="11109" h="1527" extrusionOk="0">
                  <a:moveTo>
                    <a:pt x="4416" y="0"/>
                  </a:moveTo>
                  <a:cubicBezTo>
                    <a:pt x="1926" y="0"/>
                    <a:pt x="30" y="371"/>
                    <a:pt x="1" y="893"/>
                  </a:cubicBezTo>
                  <a:cubicBezTo>
                    <a:pt x="1" y="960"/>
                    <a:pt x="34" y="993"/>
                    <a:pt x="67" y="1060"/>
                  </a:cubicBezTo>
                  <a:cubicBezTo>
                    <a:pt x="445" y="595"/>
                    <a:pt x="2242" y="307"/>
                    <a:pt x="4531" y="307"/>
                  </a:cubicBezTo>
                  <a:cubicBezTo>
                    <a:pt x="4868" y="307"/>
                    <a:pt x="5216" y="313"/>
                    <a:pt x="5571" y="326"/>
                  </a:cubicBezTo>
                  <a:cubicBezTo>
                    <a:pt x="8340" y="459"/>
                    <a:pt x="10642" y="960"/>
                    <a:pt x="11009" y="1527"/>
                  </a:cubicBezTo>
                  <a:cubicBezTo>
                    <a:pt x="11042" y="1460"/>
                    <a:pt x="11075" y="1427"/>
                    <a:pt x="11075" y="1360"/>
                  </a:cubicBezTo>
                  <a:cubicBezTo>
                    <a:pt x="11109" y="760"/>
                    <a:pt x="8640" y="159"/>
                    <a:pt x="5571" y="26"/>
                  </a:cubicBezTo>
                  <a:cubicBezTo>
                    <a:pt x="5176" y="8"/>
                    <a:pt x="4789" y="0"/>
                    <a:pt x="441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61" name="Google Shape;461;p52"/>
            <p:cNvSpPr/>
            <p:nvPr/>
          </p:nvSpPr>
          <p:spPr>
            <a:xfrm flipH="1">
              <a:off x="6697066" y="4328056"/>
              <a:ext cx="307053" cy="42206"/>
            </a:xfrm>
            <a:custGeom>
              <a:avLst/>
              <a:gdLst/>
              <a:ahLst/>
              <a:cxnLst/>
              <a:rect l="l" t="t" r="r" b="b"/>
              <a:pathLst>
                <a:path w="11109" h="1527" extrusionOk="0">
                  <a:moveTo>
                    <a:pt x="4416" y="0"/>
                  </a:moveTo>
                  <a:cubicBezTo>
                    <a:pt x="1926" y="0"/>
                    <a:pt x="30" y="371"/>
                    <a:pt x="1" y="893"/>
                  </a:cubicBezTo>
                  <a:cubicBezTo>
                    <a:pt x="1" y="960"/>
                    <a:pt x="34" y="993"/>
                    <a:pt x="67" y="1060"/>
                  </a:cubicBezTo>
                  <a:cubicBezTo>
                    <a:pt x="445" y="595"/>
                    <a:pt x="2242" y="307"/>
                    <a:pt x="4531" y="307"/>
                  </a:cubicBezTo>
                  <a:cubicBezTo>
                    <a:pt x="4868" y="307"/>
                    <a:pt x="5216" y="313"/>
                    <a:pt x="5571" y="326"/>
                  </a:cubicBezTo>
                  <a:cubicBezTo>
                    <a:pt x="8340" y="459"/>
                    <a:pt x="10642" y="960"/>
                    <a:pt x="11009" y="1527"/>
                  </a:cubicBezTo>
                  <a:cubicBezTo>
                    <a:pt x="11042" y="1460"/>
                    <a:pt x="11075" y="1427"/>
                    <a:pt x="11075" y="1360"/>
                  </a:cubicBezTo>
                  <a:cubicBezTo>
                    <a:pt x="11109" y="760"/>
                    <a:pt x="8640" y="159"/>
                    <a:pt x="5571" y="26"/>
                  </a:cubicBezTo>
                  <a:cubicBezTo>
                    <a:pt x="5176" y="8"/>
                    <a:pt x="4789" y="0"/>
                    <a:pt x="44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62" name="Google Shape;462;p52"/>
            <p:cNvSpPr/>
            <p:nvPr/>
          </p:nvSpPr>
          <p:spPr>
            <a:xfrm flipH="1">
              <a:off x="6672163" y="4279381"/>
              <a:ext cx="352244" cy="89802"/>
            </a:xfrm>
            <a:custGeom>
              <a:avLst/>
              <a:gdLst/>
              <a:ahLst/>
              <a:cxnLst/>
              <a:rect l="l" t="t" r="r" b="b"/>
              <a:pathLst>
                <a:path w="12744" h="3249" extrusionOk="0">
                  <a:moveTo>
                    <a:pt x="5481" y="0"/>
                  </a:moveTo>
                  <a:cubicBezTo>
                    <a:pt x="2457" y="0"/>
                    <a:pt x="95" y="567"/>
                    <a:pt x="34" y="1353"/>
                  </a:cubicBezTo>
                  <a:cubicBezTo>
                    <a:pt x="1" y="2254"/>
                    <a:pt x="2803" y="3088"/>
                    <a:pt x="6305" y="3221"/>
                  </a:cubicBezTo>
                  <a:cubicBezTo>
                    <a:pt x="6696" y="3240"/>
                    <a:pt x="7079" y="3249"/>
                    <a:pt x="7452" y="3249"/>
                  </a:cubicBezTo>
                  <a:cubicBezTo>
                    <a:pt x="10391" y="3249"/>
                    <a:pt x="12680" y="2686"/>
                    <a:pt x="12710" y="1887"/>
                  </a:cubicBezTo>
                  <a:cubicBezTo>
                    <a:pt x="12743" y="1020"/>
                    <a:pt x="9941" y="152"/>
                    <a:pt x="6439" y="19"/>
                  </a:cubicBezTo>
                  <a:cubicBezTo>
                    <a:pt x="6114" y="6"/>
                    <a:pt x="5794" y="0"/>
                    <a:pt x="54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63" name="Google Shape;463;p52"/>
            <p:cNvSpPr/>
            <p:nvPr/>
          </p:nvSpPr>
          <p:spPr>
            <a:xfrm flipH="1">
              <a:off x="6671251" y="4272498"/>
              <a:ext cx="352217" cy="59039"/>
            </a:xfrm>
            <a:custGeom>
              <a:avLst/>
              <a:gdLst/>
              <a:ahLst/>
              <a:cxnLst/>
              <a:rect l="l" t="t" r="r" b="b"/>
              <a:pathLst>
                <a:path w="12743" h="2136" extrusionOk="0">
                  <a:moveTo>
                    <a:pt x="67" y="1"/>
                  </a:moveTo>
                  <a:lnTo>
                    <a:pt x="0" y="1602"/>
                  </a:lnTo>
                  <a:lnTo>
                    <a:pt x="12676" y="2136"/>
                  </a:lnTo>
                  <a:lnTo>
                    <a:pt x="12743" y="535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64" name="Google Shape;464;p52"/>
            <p:cNvSpPr/>
            <p:nvPr/>
          </p:nvSpPr>
          <p:spPr>
            <a:xfrm flipH="1">
              <a:off x="6670338" y="4235101"/>
              <a:ext cx="352217" cy="89830"/>
            </a:xfrm>
            <a:custGeom>
              <a:avLst/>
              <a:gdLst/>
              <a:ahLst/>
              <a:cxnLst/>
              <a:rect l="l" t="t" r="r" b="b"/>
              <a:pathLst>
                <a:path w="12743" h="3250" extrusionOk="0">
                  <a:moveTo>
                    <a:pt x="5441" y="0"/>
                  </a:moveTo>
                  <a:cubicBezTo>
                    <a:pt x="2435" y="0"/>
                    <a:pt x="94" y="541"/>
                    <a:pt x="34" y="1354"/>
                  </a:cubicBezTo>
                  <a:cubicBezTo>
                    <a:pt x="1" y="2255"/>
                    <a:pt x="2803" y="3089"/>
                    <a:pt x="6305" y="3222"/>
                  </a:cubicBezTo>
                  <a:cubicBezTo>
                    <a:pt x="6695" y="3241"/>
                    <a:pt x="7079" y="3250"/>
                    <a:pt x="7452" y="3250"/>
                  </a:cubicBezTo>
                  <a:cubicBezTo>
                    <a:pt x="10391" y="3250"/>
                    <a:pt x="12680" y="2687"/>
                    <a:pt x="12710" y="1888"/>
                  </a:cubicBezTo>
                  <a:cubicBezTo>
                    <a:pt x="12743" y="987"/>
                    <a:pt x="9941" y="153"/>
                    <a:pt x="6438" y="20"/>
                  </a:cubicBezTo>
                  <a:cubicBezTo>
                    <a:pt x="6099" y="7"/>
                    <a:pt x="5766" y="0"/>
                    <a:pt x="54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65" name="Google Shape;465;p52"/>
            <p:cNvSpPr/>
            <p:nvPr/>
          </p:nvSpPr>
          <p:spPr>
            <a:xfrm flipH="1">
              <a:off x="6692450" y="4246903"/>
              <a:ext cx="306141" cy="42234"/>
            </a:xfrm>
            <a:custGeom>
              <a:avLst/>
              <a:gdLst/>
              <a:ahLst/>
              <a:cxnLst/>
              <a:rect l="l" t="t" r="r" b="b"/>
              <a:pathLst>
                <a:path w="11076" h="1528" extrusionOk="0">
                  <a:moveTo>
                    <a:pt x="4405" y="1"/>
                  </a:moveTo>
                  <a:cubicBezTo>
                    <a:pt x="1893" y="1"/>
                    <a:pt x="1" y="371"/>
                    <a:pt x="1" y="894"/>
                  </a:cubicBezTo>
                  <a:cubicBezTo>
                    <a:pt x="1" y="960"/>
                    <a:pt x="1" y="994"/>
                    <a:pt x="34" y="1060"/>
                  </a:cubicBezTo>
                  <a:cubicBezTo>
                    <a:pt x="399" y="612"/>
                    <a:pt x="2082" y="328"/>
                    <a:pt x="4253" y="328"/>
                  </a:cubicBezTo>
                  <a:cubicBezTo>
                    <a:pt x="4666" y="328"/>
                    <a:pt x="5096" y="339"/>
                    <a:pt x="5538" y="360"/>
                  </a:cubicBezTo>
                  <a:cubicBezTo>
                    <a:pt x="8307" y="460"/>
                    <a:pt x="10608" y="960"/>
                    <a:pt x="10975" y="1527"/>
                  </a:cubicBezTo>
                  <a:cubicBezTo>
                    <a:pt x="11009" y="1461"/>
                    <a:pt x="11042" y="1427"/>
                    <a:pt x="11042" y="1361"/>
                  </a:cubicBezTo>
                  <a:cubicBezTo>
                    <a:pt x="11075" y="760"/>
                    <a:pt x="8607" y="160"/>
                    <a:pt x="5571" y="26"/>
                  </a:cubicBezTo>
                  <a:cubicBezTo>
                    <a:pt x="5172" y="9"/>
                    <a:pt x="4781" y="1"/>
                    <a:pt x="4405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66" name="Google Shape;466;p52"/>
            <p:cNvSpPr/>
            <p:nvPr/>
          </p:nvSpPr>
          <p:spPr>
            <a:xfrm flipH="1">
              <a:off x="6692450" y="4246903"/>
              <a:ext cx="306141" cy="42234"/>
            </a:xfrm>
            <a:custGeom>
              <a:avLst/>
              <a:gdLst/>
              <a:ahLst/>
              <a:cxnLst/>
              <a:rect l="l" t="t" r="r" b="b"/>
              <a:pathLst>
                <a:path w="11076" h="1528" extrusionOk="0">
                  <a:moveTo>
                    <a:pt x="4405" y="1"/>
                  </a:moveTo>
                  <a:cubicBezTo>
                    <a:pt x="1893" y="1"/>
                    <a:pt x="1" y="371"/>
                    <a:pt x="1" y="894"/>
                  </a:cubicBezTo>
                  <a:cubicBezTo>
                    <a:pt x="1" y="960"/>
                    <a:pt x="1" y="994"/>
                    <a:pt x="34" y="1060"/>
                  </a:cubicBezTo>
                  <a:cubicBezTo>
                    <a:pt x="399" y="612"/>
                    <a:pt x="2082" y="328"/>
                    <a:pt x="4253" y="328"/>
                  </a:cubicBezTo>
                  <a:cubicBezTo>
                    <a:pt x="4666" y="328"/>
                    <a:pt x="5096" y="339"/>
                    <a:pt x="5538" y="360"/>
                  </a:cubicBezTo>
                  <a:cubicBezTo>
                    <a:pt x="8307" y="460"/>
                    <a:pt x="10608" y="960"/>
                    <a:pt x="10975" y="1527"/>
                  </a:cubicBezTo>
                  <a:cubicBezTo>
                    <a:pt x="11009" y="1461"/>
                    <a:pt x="11042" y="1427"/>
                    <a:pt x="11042" y="1361"/>
                  </a:cubicBezTo>
                  <a:cubicBezTo>
                    <a:pt x="11075" y="760"/>
                    <a:pt x="8607" y="160"/>
                    <a:pt x="5571" y="26"/>
                  </a:cubicBezTo>
                  <a:cubicBezTo>
                    <a:pt x="5172" y="9"/>
                    <a:pt x="4781" y="1"/>
                    <a:pt x="44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67" name="Google Shape;467;p52"/>
            <p:cNvSpPr/>
            <p:nvPr/>
          </p:nvSpPr>
          <p:spPr>
            <a:xfrm flipH="1">
              <a:off x="6709063" y="4212076"/>
              <a:ext cx="352217" cy="89802"/>
            </a:xfrm>
            <a:custGeom>
              <a:avLst/>
              <a:gdLst/>
              <a:ahLst/>
              <a:cxnLst/>
              <a:rect l="l" t="t" r="r" b="b"/>
              <a:pathLst>
                <a:path w="12743" h="3249" extrusionOk="0">
                  <a:moveTo>
                    <a:pt x="5506" y="0"/>
                  </a:moveTo>
                  <a:cubicBezTo>
                    <a:pt x="2457" y="0"/>
                    <a:pt x="97" y="567"/>
                    <a:pt x="67" y="1353"/>
                  </a:cubicBezTo>
                  <a:cubicBezTo>
                    <a:pt x="1" y="2254"/>
                    <a:pt x="2836" y="3088"/>
                    <a:pt x="6305" y="3221"/>
                  </a:cubicBezTo>
                  <a:cubicBezTo>
                    <a:pt x="6699" y="3240"/>
                    <a:pt x="7085" y="3249"/>
                    <a:pt x="7460" y="3249"/>
                  </a:cubicBezTo>
                  <a:cubicBezTo>
                    <a:pt x="10417" y="3249"/>
                    <a:pt x="12680" y="2686"/>
                    <a:pt x="12710" y="1887"/>
                  </a:cubicBezTo>
                  <a:cubicBezTo>
                    <a:pt x="12743" y="1019"/>
                    <a:pt x="9941" y="186"/>
                    <a:pt x="6472" y="19"/>
                  </a:cubicBezTo>
                  <a:cubicBezTo>
                    <a:pt x="6144" y="6"/>
                    <a:pt x="5821" y="0"/>
                    <a:pt x="55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68" name="Google Shape;468;p52"/>
            <p:cNvSpPr/>
            <p:nvPr/>
          </p:nvSpPr>
          <p:spPr>
            <a:xfrm flipH="1">
              <a:off x="6708123" y="4205194"/>
              <a:ext cx="352244" cy="59039"/>
            </a:xfrm>
            <a:custGeom>
              <a:avLst/>
              <a:gdLst/>
              <a:ahLst/>
              <a:cxnLst/>
              <a:rect l="l" t="t" r="r" b="b"/>
              <a:pathLst>
                <a:path w="12744" h="2136" extrusionOk="0">
                  <a:moveTo>
                    <a:pt x="68" y="1"/>
                  </a:moveTo>
                  <a:lnTo>
                    <a:pt x="1" y="1602"/>
                  </a:lnTo>
                  <a:lnTo>
                    <a:pt x="12677" y="2136"/>
                  </a:lnTo>
                  <a:lnTo>
                    <a:pt x="12743" y="5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69" name="Google Shape;469;p52"/>
            <p:cNvSpPr/>
            <p:nvPr/>
          </p:nvSpPr>
          <p:spPr>
            <a:xfrm flipH="1">
              <a:off x="6707211" y="4167824"/>
              <a:ext cx="352217" cy="89802"/>
            </a:xfrm>
            <a:custGeom>
              <a:avLst/>
              <a:gdLst/>
              <a:ahLst/>
              <a:cxnLst/>
              <a:rect l="l" t="t" r="r" b="b"/>
              <a:pathLst>
                <a:path w="12743" h="3249" extrusionOk="0">
                  <a:moveTo>
                    <a:pt x="5505" y="0"/>
                  </a:moveTo>
                  <a:cubicBezTo>
                    <a:pt x="2456" y="0"/>
                    <a:pt x="97" y="567"/>
                    <a:pt x="67" y="1353"/>
                  </a:cubicBezTo>
                  <a:cubicBezTo>
                    <a:pt x="0" y="2254"/>
                    <a:pt x="2836" y="3087"/>
                    <a:pt x="6305" y="3221"/>
                  </a:cubicBezTo>
                  <a:cubicBezTo>
                    <a:pt x="6699" y="3240"/>
                    <a:pt x="7085" y="3249"/>
                    <a:pt x="7460" y="3249"/>
                  </a:cubicBezTo>
                  <a:cubicBezTo>
                    <a:pt x="10417" y="3249"/>
                    <a:pt x="12680" y="2686"/>
                    <a:pt x="12709" y="1887"/>
                  </a:cubicBezTo>
                  <a:cubicBezTo>
                    <a:pt x="12743" y="1019"/>
                    <a:pt x="9941" y="185"/>
                    <a:pt x="6472" y="19"/>
                  </a:cubicBezTo>
                  <a:cubicBezTo>
                    <a:pt x="6143" y="6"/>
                    <a:pt x="5821" y="0"/>
                    <a:pt x="55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70" name="Google Shape;470;p52"/>
            <p:cNvSpPr/>
            <p:nvPr/>
          </p:nvSpPr>
          <p:spPr>
            <a:xfrm flipH="1">
              <a:off x="6729322" y="4179848"/>
              <a:ext cx="306141" cy="41985"/>
            </a:xfrm>
            <a:custGeom>
              <a:avLst/>
              <a:gdLst/>
              <a:ahLst/>
              <a:cxnLst/>
              <a:rect l="l" t="t" r="r" b="b"/>
              <a:pathLst>
                <a:path w="11076" h="1519" extrusionOk="0">
                  <a:moveTo>
                    <a:pt x="4581" y="1"/>
                  </a:moveTo>
                  <a:cubicBezTo>
                    <a:pt x="1988" y="1"/>
                    <a:pt x="30" y="350"/>
                    <a:pt x="1" y="885"/>
                  </a:cubicBezTo>
                  <a:cubicBezTo>
                    <a:pt x="1" y="951"/>
                    <a:pt x="1" y="1018"/>
                    <a:pt x="34" y="1051"/>
                  </a:cubicBezTo>
                  <a:cubicBezTo>
                    <a:pt x="398" y="603"/>
                    <a:pt x="2105" y="319"/>
                    <a:pt x="4284" y="319"/>
                  </a:cubicBezTo>
                  <a:cubicBezTo>
                    <a:pt x="4698" y="319"/>
                    <a:pt x="5129" y="330"/>
                    <a:pt x="5571" y="351"/>
                  </a:cubicBezTo>
                  <a:cubicBezTo>
                    <a:pt x="8340" y="484"/>
                    <a:pt x="10608" y="951"/>
                    <a:pt x="10975" y="1518"/>
                  </a:cubicBezTo>
                  <a:cubicBezTo>
                    <a:pt x="11008" y="1485"/>
                    <a:pt x="11042" y="1418"/>
                    <a:pt x="11042" y="1352"/>
                  </a:cubicBezTo>
                  <a:cubicBezTo>
                    <a:pt x="11075" y="751"/>
                    <a:pt x="8607" y="151"/>
                    <a:pt x="5571" y="17"/>
                  </a:cubicBezTo>
                  <a:cubicBezTo>
                    <a:pt x="5233" y="6"/>
                    <a:pt x="4902" y="1"/>
                    <a:pt x="4581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71" name="Google Shape;471;p52"/>
            <p:cNvSpPr/>
            <p:nvPr/>
          </p:nvSpPr>
          <p:spPr>
            <a:xfrm flipH="1">
              <a:off x="6729322" y="4179848"/>
              <a:ext cx="306141" cy="41985"/>
            </a:xfrm>
            <a:custGeom>
              <a:avLst/>
              <a:gdLst/>
              <a:ahLst/>
              <a:cxnLst/>
              <a:rect l="l" t="t" r="r" b="b"/>
              <a:pathLst>
                <a:path w="11076" h="1519" extrusionOk="0">
                  <a:moveTo>
                    <a:pt x="4581" y="1"/>
                  </a:moveTo>
                  <a:cubicBezTo>
                    <a:pt x="1988" y="1"/>
                    <a:pt x="30" y="350"/>
                    <a:pt x="1" y="885"/>
                  </a:cubicBezTo>
                  <a:cubicBezTo>
                    <a:pt x="1" y="951"/>
                    <a:pt x="1" y="1018"/>
                    <a:pt x="34" y="1051"/>
                  </a:cubicBezTo>
                  <a:cubicBezTo>
                    <a:pt x="398" y="603"/>
                    <a:pt x="2105" y="319"/>
                    <a:pt x="4284" y="319"/>
                  </a:cubicBezTo>
                  <a:cubicBezTo>
                    <a:pt x="4698" y="319"/>
                    <a:pt x="5129" y="330"/>
                    <a:pt x="5571" y="351"/>
                  </a:cubicBezTo>
                  <a:cubicBezTo>
                    <a:pt x="8340" y="484"/>
                    <a:pt x="10608" y="951"/>
                    <a:pt x="10975" y="1518"/>
                  </a:cubicBezTo>
                  <a:cubicBezTo>
                    <a:pt x="11008" y="1485"/>
                    <a:pt x="11042" y="1418"/>
                    <a:pt x="11042" y="1352"/>
                  </a:cubicBezTo>
                  <a:cubicBezTo>
                    <a:pt x="11075" y="751"/>
                    <a:pt x="8607" y="151"/>
                    <a:pt x="5571" y="17"/>
                  </a:cubicBezTo>
                  <a:cubicBezTo>
                    <a:pt x="5233" y="6"/>
                    <a:pt x="4902" y="1"/>
                    <a:pt x="45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72" name="Google Shape;472;p52"/>
            <p:cNvSpPr/>
            <p:nvPr/>
          </p:nvSpPr>
          <p:spPr>
            <a:xfrm flipH="1">
              <a:off x="6652814" y="4154916"/>
              <a:ext cx="352217" cy="90466"/>
            </a:xfrm>
            <a:custGeom>
              <a:avLst/>
              <a:gdLst/>
              <a:ahLst/>
              <a:cxnLst/>
              <a:rect l="l" t="t" r="r" b="b"/>
              <a:pathLst>
                <a:path w="12743" h="3273" extrusionOk="0">
                  <a:moveTo>
                    <a:pt x="5481" y="0"/>
                  </a:moveTo>
                  <a:cubicBezTo>
                    <a:pt x="2456" y="0"/>
                    <a:pt x="94" y="567"/>
                    <a:pt x="34" y="1353"/>
                  </a:cubicBezTo>
                  <a:cubicBezTo>
                    <a:pt x="0" y="2254"/>
                    <a:pt x="2802" y="3087"/>
                    <a:pt x="6305" y="3254"/>
                  </a:cubicBezTo>
                  <a:cubicBezTo>
                    <a:pt x="6630" y="3267"/>
                    <a:pt x="6950" y="3273"/>
                    <a:pt x="7263" y="3273"/>
                  </a:cubicBezTo>
                  <a:cubicBezTo>
                    <a:pt x="10293" y="3273"/>
                    <a:pt x="12679" y="2706"/>
                    <a:pt x="12709" y="1920"/>
                  </a:cubicBezTo>
                  <a:cubicBezTo>
                    <a:pt x="12743" y="1019"/>
                    <a:pt x="9941" y="185"/>
                    <a:pt x="6438" y="19"/>
                  </a:cubicBezTo>
                  <a:cubicBezTo>
                    <a:pt x="6113" y="6"/>
                    <a:pt x="5793" y="0"/>
                    <a:pt x="54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73" name="Google Shape;473;p52"/>
            <p:cNvSpPr/>
            <p:nvPr/>
          </p:nvSpPr>
          <p:spPr>
            <a:xfrm flipH="1">
              <a:off x="6651875" y="4148033"/>
              <a:ext cx="352244" cy="59951"/>
            </a:xfrm>
            <a:custGeom>
              <a:avLst/>
              <a:gdLst/>
              <a:ahLst/>
              <a:cxnLst/>
              <a:rect l="l" t="t" r="r" b="b"/>
              <a:pathLst>
                <a:path w="12744" h="2169" extrusionOk="0">
                  <a:moveTo>
                    <a:pt x="67" y="1"/>
                  </a:moveTo>
                  <a:lnTo>
                    <a:pt x="1" y="1602"/>
                  </a:lnTo>
                  <a:lnTo>
                    <a:pt x="12676" y="2169"/>
                  </a:lnTo>
                  <a:lnTo>
                    <a:pt x="12743" y="5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74" name="Google Shape;474;p52"/>
            <p:cNvSpPr/>
            <p:nvPr/>
          </p:nvSpPr>
          <p:spPr>
            <a:xfrm flipH="1">
              <a:off x="6650963" y="4110636"/>
              <a:ext cx="352217" cy="90493"/>
            </a:xfrm>
            <a:custGeom>
              <a:avLst/>
              <a:gdLst/>
              <a:ahLst/>
              <a:cxnLst/>
              <a:rect l="l" t="t" r="r" b="b"/>
              <a:pathLst>
                <a:path w="12743" h="3274" extrusionOk="0">
                  <a:moveTo>
                    <a:pt x="5480" y="1"/>
                  </a:moveTo>
                  <a:cubicBezTo>
                    <a:pt x="2456" y="1"/>
                    <a:pt x="94" y="568"/>
                    <a:pt x="33" y="1354"/>
                  </a:cubicBezTo>
                  <a:cubicBezTo>
                    <a:pt x="0" y="2254"/>
                    <a:pt x="2802" y="3088"/>
                    <a:pt x="6305" y="3255"/>
                  </a:cubicBezTo>
                  <a:cubicBezTo>
                    <a:pt x="6629" y="3268"/>
                    <a:pt x="6948" y="3274"/>
                    <a:pt x="7260" y="3274"/>
                  </a:cubicBezTo>
                  <a:cubicBezTo>
                    <a:pt x="10286" y="3274"/>
                    <a:pt x="12649" y="2704"/>
                    <a:pt x="12709" y="1887"/>
                  </a:cubicBezTo>
                  <a:cubicBezTo>
                    <a:pt x="12742" y="1020"/>
                    <a:pt x="9940" y="186"/>
                    <a:pt x="6438" y="19"/>
                  </a:cubicBezTo>
                  <a:cubicBezTo>
                    <a:pt x="6113" y="7"/>
                    <a:pt x="5793" y="1"/>
                    <a:pt x="54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75" name="Google Shape;475;p52"/>
            <p:cNvSpPr/>
            <p:nvPr/>
          </p:nvSpPr>
          <p:spPr>
            <a:xfrm flipH="1">
              <a:off x="6673102" y="4123350"/>
              <a:ext cx="306113" cy="41322"/>
            </a:xfrm>
            <a:custGeom>
              <a:avLst/>
              <a:gdLst/>
              <a:ahLst/>
              <a:cxnLst/>
              <a:rect l="l" t="t" r="r" b="b"/>
              <a:pathLst>
                <a:path w="11075" h="1495" extrusionOk="0">
                  <a:moveTo>
                    <a:pt x="4404" y="1"/>
                  </a:moveTo>
                  <a:cubicBezTo>
                    <a:pt x="1893" y="1"/>
                    <a:pt x="0" y="372"/>
                    <a:pt x="0" y="894"/>
                  </a:cubicBezTo>
                  <a:cubicBezTo>
                    <a:pt x="0" y="927"/>
                    <a:pt x="34" y="994"/>
                    <a:pt x="67" y="1027"/>
                  </a:cubicBezTo>
                  <a:cubicBezTo>
                    <a:pt x="407" y="602"/>
                    <a:pt x="2145" y="297"/>
                    <a:pt x="4359" y="297"/>
                  </a:cubicBezTo>
                  <a:cubicBezTo>
                    <a:pt x="4750" y="297"/>
                    <a:pt x="5155" y="307"/>
                    <a:pt x="5571" y="327"/>
                  </a:cubicBezTo>
                  <a:cubicBezTo>
                    <a:pt x="8340" y="460"/>
                    <a:pt x="10608" y="960"/>
                    <a:pt x="10975" y="1494"/>
                  </a:cubicBezTo>
                  <a:cubicBezTo>
                    <a:pt x="11042" y="1461"/>
                    <a:pt x="11042" y="1394"/>
                    <a:pt x="11042" y="1361"/>
                  </a:cubicBezTo>
                  <a:cubicBezTo>
                    <a:pt x="11075" y="760"/>
                    <a:pt x="8640" y="160"/>
                    <a:pt x="5571" y="26"/>
                  </a:cubicBezTo>
                  <a:cubicBezTo>
                    <a:pt x="5171" y="9"/>
                    <a:pt x="4781" y="1"/>
                    <a:pt x="440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76" name="Google Shape;476;p52"/>
            <p:cNvSpPr/>
            <p:nvPr/>
          </p:nvSpPr>
          <p:spPr>
            <a:xfrm flipH="1">
              <a:off x="6673102" y="4123350"/>
              <a:ext cx="306113" cy="41322"/>
            </a:xfrm>
            <a:custGeom>
              <a:avLst/>
              <a:gdLst/>
              <a:ahLst/>
              <a:cxnLst/>
              <a:rect l="l" t="t" r="r" b="b"/>
              <a:pathLst>
                <a:path w="11075" h="1495" extrusionOk="0">
                  <a:moveTo>
                    <a:pt x="4404" y="1"/>
                  </a:moveTo>
                  <a:cubicBezTo>
                    <a:pt x="1893" y="1"/>
                    <a:pt x="0" y="372"/>
                    <a:pt x="0" y="894"/>
                  </a:cubicBezTo>
                  <a:cubicBezTo>
                    <a:pt x="0" y="927"/>
                    <a:pt x="34" y="994"/>
                    <a:pt x="67" y="1027"/>
                  </a:cubicBezTo>
                  <a:cubicBezTo>
                    <a:pt x="407" y="602"/>
                    <a:pt x="2145" y="297"/>
                    <a:pt x="4359" y="297"/>
                  </a:cubicBezTo>
                  <a:cubicBezTo>
                    <a:pt x="4750" y="297"/>
                    <a:pt x="5155" y="307"/>
                    <a:pt x="5571" y="327"/>
                  </a:cubicBezTo>
                  <a:cubicBezTo>
                    <a:pt x="8340" y="460"/>
                    <a:pt x="10608" y="960"/>
                    <a:pt x="10975" y="1494"/>
                  </a:cubicBezTo>
                  <a:cubicBezTo>
                    <a:pt x="11042" y="1461"/>
                    <a:pt x="11042" y="1394"/>
                    <a:pt x="11042" y="1361"/>
                  </a:cubicBezTo>
                  <a:cubicBezTo>
                    <a:pt x="11075" y="760"/>
                    <a:pt x="8640" y="160"/>
                    <a:pt x="5571" y="26"/>
                  </a:cubicBezTo>
                  <a:cubicBezTo>
                    <a:pt x="5171" y="9"/>
                    <a:pt x="4781" y="1"/>
                    <a:pt x="44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77" name="Google Shape;477;p52"/>
            <p:cNvSpPr/>
            <p:nvPr/>
          </p:nvSpPr>
          <p:spPr>
            <a:xfrm flipH="1">
              <a:off x="6689687" y="4088275"/>
              <a:ext cx="352217" cy="89802"/>
            </a:xfrm>
            <a:custGeom>
              <a:avLst/>
              <a:gdLst/>
              <a:ahLst/>
              <a:cxnLst/>
              <a:rect l="l" t="t" r="r" b="b"/>
              <a:pathLst>
                <a:path w="12743" h="3249" extrusionOk="0">
                  <a:moveTo>
                    <a:pt x="5316" y="0"/>
                  </a:moveTo>
                  <a:cubicBezTo>
                    <a:pt x="2359" y="0"/>
                    <a:pt x="96" y="563"/>
                    <a:pt x="67" y="1362"/>
                  </a:cubicBezTo>
                  <a:cubicBezTo>
                    <a:pt x="0" y="2229"/>
                    <a:pt x="2835" y="3063"/>
                    <a:pt x="6305" y="3230"/>
                  </a:cubicBezTo>
                  <a:cubicBezTo>
                    <a:pt x="6633" y="3243"/>
                    <a:pt x="6955" y="3249"/>
                    <a:pt x="7271" y="3249"/>
                  </a:cubicBezTo>
                  <a:cubicBezTo>
                    <a:pt x="10320" y="3249"/>
                    <a:pt x="12679" y="2682"/>
                    <a:pt x="12709" y="1896"/>
                  </a:cubicBezTo>
                  <a:cubicBezTo>
                    <a:pt x="12742" y="995"/>
                    <a:pt x="9940" y="161"/>
                    <a:pt x="6471" y="28"/>
                  </a:cubicBezTo>
                  <a:cubicBezTo>
                    <a:pt x="6077" y="9"/>
                    <a:pt x="5691" y="0"/>
                    <a:pt x="53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78" name="Google Shape;478;p52"/>
            <p:cNvSpPr/>
            <p:nvPr/>
          </p:nvSpPr>
          <p:spPr>
            <a:xfrm flipH="1">
              <a:off x="6688775" y="4080729"/>
              <a:ext cx="352217" cy="59951"/>
            </a:xfrm>
            <a:custGeom>
              <a:avLst/>
              <a:gdLst/>
              <a:ahLst/>
              <a:cxnLst/>
              <a:rect l="l" t="t" r="r" b="b"/>
              <a:pathLst>
                <a:path w="12743" h="2169" extrusionOk="0">
                  <a:moveTo>
                    <a:pt x="67" y="1"/>
                  </a:moveTo>
                  <a:lnTo>
                    <a:pt x="0" y="1602"/>
                  </a:lnTo>
                  <a:lnTo>
                    <a:pt x="12676" y="2169"/>
                  </a:lnTo>
                  <a:lnTo>
                    <a:pt x="12743" y="5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79" name="Google Shape;479;p52"/>
            <p:cNvSpPr/>
            <p:nvPr/>
          </p:nvSpPr>
          <p:spPr>
            <a:xfrm flipH="1">
              <a:off x="6687835" y="4043331"/>
              <a:ext cx="352244" cy="90493"/>
            </a:xfrm>
            <a:custGeom>
              <a:avLst/>
              <a:gdLst/>
              <a:ahLst/>
              <a:cxnLst/>
              <a:rect l="l" t="t" r="r" b="b"/>
              <a:pathLst>
                <a:path w="12744" h="3274" extrusionOk="0">
                  <a:moveTo>
                    <a:pt x="5508" y="1"/>
                  </a:moveTo>
                  <a:cubicBezTo>
                    <a:pt x="2458" y="1"/>
                    <a:pt x="98" y="571"/>
                    <a:pt x="67" y="1387"/>
                  </a:cubicBezTo>
                  <a:cubicBezTo>
                    <a:pt x="1" y="2254"/>
                    <a:pt x="2836" y="3088"/>
                    <a:pt x="6305" y="3255"/>
                  </a:cubicBezTo>
                  <a:cubicBezTo>
                    <a:pt x="6633" y="3268"/>
                    <a:pt x="6956" y="3274"/>
                    <a:pt x="7271" y="3274"/>
                  </a:cubicBezTo>
                  <a:cubicBezTo>
                    <a:pt x="10320" y="3274"/>
                    <a:pt x="12680" y="2707"/>
                    <a:pt x="12710" y="1921"/>
                  </a:cubicBezTo>
                  <a:cubicBezTo>
                    <a:pt x="12743" y="1020"/>
                    <a:pt x="9941" y="186"/>
                    <a:pt x="6472" y="19"/>
                  </a:cubicBezTo>
                  <a:cubicBezTo>
                    <a:pt x="6145" y="7"/>
                    <a:pt x="5823" y="1"/>
                    <a:pt x="55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80" name="Google Shape;480;p52"/>
            <p:cNvSpPr/>
            <p:nvPr/>
          </p:nvSpPr>
          <p:spPr>
            <a:xfrm flipH="1">
              <a:off x="6709974" y="4056046"/>
              <a:ext cx="306113" cy="41322"/>
            </a:xfrm>
            <a:custGeom>
              <a:avLst/>
              <a:gdLst/>
              <a:ahLst/>
              <a:cxnLst/>
              <a:rect l="l" t="t" r="r" b="b"/>
              <a:pathLst>
                <a:path w="11075" h="1495" extrusionOk="0">
                  <a:moveTo>
                    <a:pt x="4406" y="1"/>
                  </a:moveTo>
                  <a:cubicBezTo>
                    <a:pt x="1900" y="1"/>
                    <a:pt x="29" y="371"/>
                    <a:pt x="0" y="894"/>
                  </a:cubicBezTo>
                  <a:cubicBezTo>
                    <a:pt x="0" y="927"/>
                    <a:pt x="0" y="994"/>
                    <a:pt x="33" y="1027"/>
                  </a:cubicBezTo>
                  <a:cubicBezTo>
                    <a:pt x="402" y="602"/>
                    <a:pt x="2144" y="297"/>
                    <a:pt x="4358" y="297"/>
                  </a:cubicBezTo>
                  <a:cubicBezTo>
                    <a:pt x="4749" y="297"/>
                    <a:pt x="5155" y="307"/>
                    <a:pt x="5571" y="327"/>
                  </a:cubicBezTo>
                  <a:cubicBezTo>
                    <a:pt x="8339" y="460"/>
                    <a:pt x="10608" y="960"/>
                    <a:pt x="10975" y="1494"/>
                  </a:cubicBezTo>
                  <a:cubicBezTo>
                    <a:pt x="11008" y="1461"/>
                    <a:pt x="11041" y="1394"/>
                    <a:pt x="11041" y="1361"/>
                  </a:cubicBezTo>
                  <a:cubicBezTo>
                    <a:pt x="11075" y="760"/>
                    <a:pt x="8606" y="160"/>
                    <a:pt x="5571" y="26"/>
                  </a:cubicBezTo>
                  <a:cubicBezTo>
                    <a:pt x="5171" y="9"/>
                    <a:pt x="4781" y="1"/>
                    <a:pt x="4406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81" name="Google Shape;481;p52"/>
            <p:cNvSpPr/>
            <p:nvPr/>
          </p:nvSpPr>
          <p:spPr>
            <a:xfrm flipH="1">
              <a:off x="6709974" y="4056046"/>
              <a:ext cx="306113" cy="41322"/>
            </a:xfrm>
            <a:custGeom>
              <a:avLst/>
              <a:gdLst/>
              <a:ahLst/>
              <a:cxnLst/>
              <a:rect l="l" t="t" r="r" b="b"/>
              <a:pathLst>
                <a:path w="11075" h="1495" extrusionOk="0">
                  <a:moveTo>
                    <a:pt x="4406" y="1"/>
                  </a:moveTo>
                  <a:cubicBezTo>
                    <a:pt x="1900" y="1"/>
                    <a:pt x="29" y="371"/>
                    <a:pt x="0" y="894"/>
                  </a:cubicBezTo>
                  <a:cubicBezTo>
                    <a:pt x="0" y="927"/>
                    <a:pt x="0" y="994"/>
                    <a:pt x="33" y="1027"/>
                  </a:cubicBezTo>
                  <a:cubicBezTo>
                    <a:pt x="402" y="602"/>
                    <a:pt x="2144" y="297"/>
                    <a:pt x="4358" y="297"/>
                  </a:cubicBezTo>
                  <a:cubicBezTo>
                    <a:pt x="4749" y="297"/>
                    <a:pt x="5155" y="307"/>
                    <a:pt x="5571" y="327"/>
                  </a:cubicBezTo>
                  <a:cubicBezTo>
                    <a:pt x="8339" y="460"/>
                    <a:pt x="10608" y="960"/>
                    <a:pt x="10975" y="1494"/>
                  </a:cubicBezTo>
                  <a:cubicBezTo>
                    <a:pt x="11008" y="1461"/>
                    <a:pt x="11041" y="1394"/>
                    <a:pt x="11041" y="1361"/>
                  </a:cubicBezTo>
                  <a:cubicBezTo>
                    <a:pt x="11075" y="760"/>
                    <a:pt x="8606" y="160"/>
                    <a:pt x="5571" y="26"/>
                  </a:cubicBezTo>
                  <a:cubicBezTo>
                    <a:pt x="5171" y="9"/>
                    <a:pt x="4781" y="1"/>
                    <a:pt x="44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82" name="Google Shape;482;p52"/>
            <p:cNvSpPr/>
            <p:nvPr/>
          </p:nvSpPr>
          <p:spPr>
            <a:xfrm flipH="1">
              <a:off x="6652814" y="4040319"/>
              <a:ext cx="352217" cy="89830"/>
            </a:xfrm>
            <a:custGeom>
              <a:avLst/>
              <a:gdLst/>
              <a:ahLst/>
              <a:cxnLst/>
              <a:rect l="l" t="t" r="r" b="b"/>
              <a:pathLst>
                <a:path w="12743" h="3250" extrusionOk="0">
                  <a:moveTo>
                    <a:pt x="7451" y="1"/>
                  </a:moveTo>
                  <a:cubicBezTo>
                    <a:pt x="7079" y="1"/>
                    <a:pt x="6695" y="10"/>
                    <a:pt x="6305" y="28"/>
                  </a:cubicBezTo>
                  <a:cubicBezTo>
                    <a:pt x="2802" y="162"/>
                    <a:pt x="0" y="1029"/>
                    <a:pt x="34" y="1896"/>
                  </a:cubicBezTo>
                  <a:cubicBezTo>
                    <a:pt x="94" y="2682"/>
                    <a:pt x="2456" y="3249"/>
                    <a:pt x="5506" y="3249"/>
                  </a:cubicBezTo>
                  <a:cubicBezTo>
                    <a:pt x="5821" y="3249"/>
                    <a:pt x="6143" y="3243"/>
                    <a:pt x="6472" y="3231"/>
                  </a:cubicBezTo>
                  <a:cubicBezTo>
                    <a:pt x="9941" y="3097"/>
                    <a:pt x="12743" y="2230"/>
                    <a:pt x="12709" y="1363"/>
                  </a:cubicBezTo>
                  <a:cubicBezTo>
                    <a:pt x="12680" y="563"/>
                    <a:pt x="10391" y="1"/>
                    <a:pt x="74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83" name="Google Shape;483;p52"/>
            <p:cNvSpPr/>
            <p:nvPr/>
          </p:nvSpPr>
          <p:spPr>
            <a:xfrm flipH="1">
              <a:off x="6654639" y="3996066"/>
              <a:ext cx="352244" cy="89830"/>
            </a:xfrm>
            <a:custGeom>
              <a:avLst/>
              <a:gdLst/>
              <a:ahLst/>
              <a:cxnLst/>
              <a:rect l="l" t="t" r="r" b="b"/>
              <a:pathLst>
                <a:path w="12744" h="3250" extrusionOk="0">
                  <a:moveTo>
                    <a:pt x="7461" y="0"/>
                  </a:moveTo>
                  <a:cubicBezTo>
                    <a:pt x="7086" y="0"/>
                    <a:pt x="6699" y="9"/>
                    <a:pt x="6305" y="28"/>
                  </a:cubicBezTo>
                  <a:cubicBezTo>
                    <a:pt x="2803" y="162"/>
                    <a:pt x="1" y="996"/>
                    <a:pt x="34" y="1896"/>
                  </a:cubicBezTo>
                  <a:cubicBezTo>
                    <a:pt x="94" y="2709"/>
                    <a:pt x="2435" y="3250"/>
                    <a:pt x="5465" y="3250"/>
                  </a:cubicBezTo>
                  <a:cubicBezTo>
                    <a:pt x="5793" y="3250"/>
                    <a:pt x="6130" y="3244"/>
                    <a:pt x="6472" y="3230"/>
                  </a:cubicBezTo>
                  <a:cubicBezTo>
                    <a:pt x="9941" y="3064"/>
                    <a:pt x="12743" y="2230"/>
                    <a:pt x="12710" y="1362"/>
                  </a:cubicBezTo>
                  <a:cubicBezTo>
                    <a:pt x="12680" y="563"/>
                    <a:pt x="10417" y="0"/>
                    <a:pt x="7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84" name="Google Shape;484;p52"/>
            <p:cNvSpPr/>
            <p:nvPr/>
          </p:nvSpPr>
          <p:spPr>
            <a:xfrm flipH="1">
              <a:off x="6677690" y="4008117"/>
              <a:ext cx="306141" cy="42206"/>
            </a:xfrm>
            <a:custGeom>
              <a:avLst/>
              <a:gdLst/>
              <a:ahLst/>
              <a:cxnLst/>
              <a:rect l="l" t="t" r="r" b="b"/>
              <a:pathLst>
                <a:path w="11076" h="1527" extrusionOk="0">
                  <a:moveTo>
                    <a:pt x="6670" y="0"/>
                  </a:moveTo>
                  <a:cubicBezTo>
                    <a:pt x="6294" y="0"/>
                    <a:pt x="5904" y="8"/>
                    <a:pt x="5504" y="26"/>
                  </a:cubicBezTo>
                  <a:cubicBezTo>
                    <a:pt x="2436" y="159"/>
                    <a:pt x="1" y="760"/>
                    <a:pt x="34" y="1360"/>
                  </a:cubicBezTo>
                  <a:cubicBezTo>
                    <a:pt x="34" y="1427"/>
                    <a:pt x="34" y="1460"/>
                    <a:pt x="101" y="1527"/>
                  </a:cubicBezTo>
                  <a:cubicBezTo>
                    <a:pt x="434" y="960"/>
                    <a:pt x="2736" y="459"/>
                    <a:pt x="5504" y="326"/>
                  </a:cubicBezTo>
                  <a:cubicBezTo>
                    <a:pt x="5860" y="313"/>
                    <a:pt x="6209" y="307"/>
                    <a:pt x="6547" y="307"/>
                  </a:cubicBezTo>
                  <a:cubicBezTo>
                    <a:pt x="8841" y="307"/>
                    <a:pt x="10660" y="595"/>
                    <a:pt x="11008" y="1060"/>
                  </a:cubicBezTo>
                  <a:cubicBezTo>
                    <a:pt x="11042" y="993"/>
                    <a:pt x="11075" y="960"/>
                    <a:pt x="11075" y="893"/>
                  </a:cubicBezTo>
                  <a:cubicBezTo>
                    <a:pt x="11046" y="371"/>
                    <a:pt x="9175" y="0"/>
                    <a:pt x="667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85" name="Google Shape;485;p52"/>
            <p:cNvSpPr/>
            <p:nvPr/>
          </p:nvSpPr>
          <p:spPr>
            <a:xfrm flipH="1">
              <a:off x="6677690" y="4008117"/>
              <a:ext cx="306141" cy="42206"/>
            </a:xfrm>
            <a:custGeom>
              <a:avLst/>
              <a:gdLst/>
              <a:ahLst/>
              <a:cxnLst/>
              <a:rect l="l" t="t" r="r" b="b"/>
              <a:pathLst>
                <a:path w="11076" h="1527" extrusionOk="0">
                  <a:moveTo>
                    <a:pt x="6670" y="0"/>
                  </a:moveTo>
                  <a:cubicBezTo>
                    <a:pt x="6294" y="0"/>
                    <a:pt x="5904" y="8"/>
                    <a:pt x="5504" y="26"/>
                  </a:cubicBezTo>
                  <a:cubicBezTo>
                    <a:pt x="2436" y="159"/>
                    <a:pt x="1" y="760"/>
                    <a:pt x="34" y="1360"/>
                  </a:cubicBezTo>
                  <a:cubicBezTo>
                    <a:pt x="34" y="1427"/>
                    <a:pt x="34" y="1460"/>
                    <a:pt x="101" y="1527"/>
                  </a:cubicBezTo>
                  <a:cubicBezTo>
                    <a:pt x="434" y="960"/>
                    <a:pt x="2736" y="459"/>
                    <a:pt x="5504" y="326"/>
                  </a:cubicBezTo>
                  <a:cubicBezTo>
                    <a:pt x="5860" y="313"/>
                    <a:pt x="6209" y="307"/>
                    <a:pt x="6547" y="307"/>
                  </a:cubicBezTo>
                  <a:cubicBezTo>
                    <a:pt x="8841" y="307"/>
                    <a:pt x="10660" y="595"/>
                    <a:pt x="11008" y="1060"/>
                  </a:cubicBezTo>
                  <a:cubicBezTo>
                    <a:pt x="11042" y="993"/>
                    <a:pt x="11075" y="960"/>
                    <a:pt x="11075" y="893"/>
                  </a:cubicBezTo>
                  <a:cubicBezTo>
                    <a:pt x="11046" y="371"/>
                    <a:pt x="9175" y="0"/>
                    <a:pt x="66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86" name="Google Shape;486;p52"/>
            <p:cNvSpPr/>
            <p:nvPr/>
          </p:nvSpPr>
          <p:spPr>
            <a:xfrm flipH="1">
              <a:off x="6615915" y="3973235"/>
              <a:ext cx="352244" cy="89858"/>
            </a:xfrm>
            <a:custGeom>
              <a:avLst/>
              <a:gdLst/>
              <a:ahLst/>
              <a:cxnLst/>
              <a:rect l="l" t="t" r="r" b="b"/>
              <a:pathLst>
                <a:path w="12744" h="3251" extrusionOk="0">
                  <a:moveTo>
                    <a:pt x="7312" y="1"/>
                  </a:moveTo>
                  <a:cubicBezTo>
                    <a:pt x="6984" y="1"/>
                    <a:pt x="6647" y="7"/>
                    <a:pt x="6305" y="20"/>
                  </a:cubicBezTo>
                  <a:cubicBezTo>
                    <a:pt x="2803" y="154"/>
                    <a:pt x="1" y="1021"/>
                    <a:pt x="67" y="1888"/>
                  </a:cubicBezTo>
                  <a:cubicBezTo>
                    <a:pt x="97" y="2688"/>
                    <a:pt x="2360" y="3250"/>
                    <a:pt x="5316" y="3250"/>
                  </a:cubicBezTo>
                  <a:cubicBezTo>
                    <a:pt x="5692" y="3250"/>
                    <a:pt x="6078" y="3241"/>
                    <a:pt x="6472" y="3223"/>
                  </a:cubicBezTo>
                  <a:cubicBezTo>
                    <a:pt x="9941" y="3089"/>
                    <a:pt x="12743" y="2255"/>
                    <a:pt x="12710" y="1355"/>
                  </a:cubicBezTo>
                  <a:cubicBezTo>
                    <a:pt x="12680" y="542"/>
                    <a:pt x="10341" y="1"/>
                    <a:pt x="73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87" name="Google Shape;487;p52"/>
            <p:cNvSpPr/>
            <p:nvPr/>
          </p:nvSpPr>
          <p:spPr>
            <a:xfrm flipH="1">
              <a:off x="6616854" y="3966408"/>
              <a:ext cx="352217" cy="59039"/>
            </a:xfrm>
            <a:custGeom>
              <a:avLst/>
              <a:gdLst/>
              <a:ahLst/>
              <a:cxnLst/>
              <a:rect l="l" t="t" r="r" b="b"/>
              <a:pathLst>
                <a:path w="12743" h="2136" extrusionOk="0">
                  <a:moveTo>
                    <a:pt x="12676" y="0"/>
                  </a:moveTo>
                  <a:lnTo>
                    <a:pt x="0" y="534"/>
                  </a:lnTo>
                  <a:lnTo>
                    <a:pt x="67" y="2135"/>
                  </a:lnTo>
                  <a:lnTo>
                    <a:pt x="12743" y="1602"/>
                  </a:lnTo>
                  <a:lnTo>
                    <a:pt x="126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88" name="Google Shape;488;p52"/>
            <p:cNvSpPr/>
            <p:nvPr/>
          </p:nvSpPr>
          <p:spPr>
            <a:xfrm flipH="1">
              <a:off x="6617766" y="3929646"/>
              <a:ext cx="352244" cy="89858"/>
            </a:xfrm>
            <a:custGeom>
              <a:avLst/>
              <a:gdLst/>
              <a:ahLst/>
              <a:cxnLst/>
              <a:rect l="l" t="t" r="r" b="b"/>
              <a:pathLst>
                <a:path w="12744" h="3251" extrusionOk="0">
                  <a:moveTo>
                    <a:pt x="7506" y="0"/>
                  </a:moveTo>
                  <a:cubicBezTo>
                    <a:pt x="7117" y="0"/>
                    <a:pt x="6715" y="10"/>
                    <a:pt x="6305" y="29"/>
                  </a:cubicBezTo>
                  <a:cubicBezTo>
                    <a:pt x="2803" y="163"/>
                    <a:pt x="1" y="997"/>
                    <a:pt x="68" y="1897"/>
                  </a:cubicBezTo>
                  <a:cubicBezTo>
                    <a:pt x="98" y="2683"/>
                    <a:pt x="2457" y="3250"/>
                    <a:pt x="5481" y="3250"/>
                  </a:cubicBezTo>
                  <a:cubicBezTo>
                    <a:pt x="5794" y="3250"/>
                    <a:pt x="6114" y="3244"/>
                    <a:pt x="6439" y="3232"/>
                  </a:cubicBezTo>
                  <a:cubicBezTo>
                    <a:pt x="9941" y="3065"/>
                    <a:pt x="12743" y="2231"/>
                    <a:pt x="12710" y="1364"/>
                  </a:cubicBezTo>
                  <a:cubicBezTo>
                    <a:pt x="12681" y="539"/>
                    <a:pt x="10441" y="0"/>
                    <a:pt x="75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89" name="Google Shape;489;p52"/>
            <p:cNvSpPr/>
            <p:nvPr/>
          </p:nvSpPr>
          <p:spPr>
            <a:xfrm flipH="1">
              <a:off x="6640818" y="3940813"/>
              <a:ext cx="306141" cy="42206"/>
            </a:xfrm>
            <a:custGeom>
              <a:avLst/>
              <a:gdLst/>
              <a:ahLst/>
              <a:cxnLst/>
              <a:rect l="l" t="t" r="r" b="b"/>
              <a:pathLst>
                <a:path w="11076" h="1527" extrusionOk="0">
                  <a:moveTo>
                    <a:pt x="6660" y="0"/>
                  </a:moveTo>
                  <a:cubicBezTo>
                    <a:pt x="6287" y="0"/>
                    <a:pt x="5900" y="8"/>
                    <a:pt x="5505" y="26"/>
                  </a:cubicBezTo>
                  <a:cubicBezTo>
                    <a:pt x="2436" y="159"/>
                    <a:pt x="1" y="760"/>
                    <a:pt x="34" y="1360"/>
                  </a:cubicBezTo>
                  <a:cubicBezTo>
                    <a:pt x="34" y="1427"/>
                    <a:pt x="34" y="1493"/>
                    <a:pt x="101" y="1527"/>
                  </a:cubicBezTo>
                  <a:cubicBezTo>
                    <a:pt x="434" y="960"/>
                    <a:pt x="2736" y="459"/>
                    <a:pt x="5505" y="359"/>
                  </a:cubicBezTo>
                  <a:cubicBezTo>
                    <a:pt x="5947" y="338"/>
                    <a:pt x="6378" y="328"/>
                    <a:pt x="6792" y="328"/>
                  </a:cubicBezTo>
                  <a:cubicBezTo>
                    <a:pt x="8970" y="328"/>
                    <a:pt x="10672" y="611"/>
                    <a:pt x="11009" y="1060"/>
                  </a:cubicBezTo>
                  <a:cubicBezTo>
                    <a:pt x="11042" y="993"/>
                    <a:pt x="11075" y="960"/>
                    <a:pt x="11075" y="893"/>
                  </a:cubicBezTo>
                  <a:cubicBezTo>
                    <a:pt x="11046" y="371"/>
                    <a:pt x="9150" y="0"/>
                    <a:pt x="666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90" name="Google Shape;490;p52"/>
            <p:cNvSpPr/>
            <p:nvPr/>
          </p:nvSpPr>
          <p:spPr>
            <a:xfrm flipH="1">
              <a:off x="6640818" y="3940813"/>
              <a:ext cx="306141" cy="42206"/>
            </a:xfrm>
            <a:custGeom>
              <a:avLst/>
              <a:gdLst/>
              <a:ahLst/>
              <a:cxnLst/>
              <a:rect l="l" t="t" r="r" b="b"/>
              <a:pathLst>
                <a:path w="11076" h="1527" extrusionOk="0">
                  <a:moveTo>
                    <a:pt x="6660" y="0"/>
                  </a:moveTo>
                  <a:cubicBezTo>
                    <a:pt x="6287" y="0"/>
                    <a:pt x="5900" y="8"/>
                    <a:pt x="5505" y="26"/>
                  </a:cubicBezTo>
                  <a:cubicBezTo>
                    <a:pt x="2436" y="159"/>
                    <a:pt x="1" y="760"/>
                    <a:pt x="34" y="1360"/>
                  </a:cubicBezTo>
                  <a:cubicBezTo>
                    <a:pt x="34" y="1427"/>
                    <a:pt x="34" y="1493"/>
                    <a:pt x="101" y="1527"/>
                  </a:cubicBezTo>
                  <a:cubicBezTo>
                    <a:pt x="434" y="960"/>
                    <a:pt x="2736" y="459"/>
                    <a:pt x="5505" y="359"/>
                  </a:cubicBezTo>
                  <a:cubicBezTo>
                    <a:pt x="5947" y="338"/>
                    <a:pt x="6378" y="328"/>
                    <a:pt x="6792" y="328"/>
                  </a:cubicBezTo>
                  <a:cubicBezTo>
                    <a:pt x="8970" y="328"/>
                    <a:pt x="10672" y="611"/>
                    <a:pt x="11009" y="1060"/>
                  </a:cubicBezTo>
                  <a:cubicBezTo>
                    <a:pt x="11042" y="993"/>
                    <a:pt x="11075" y="960"/>
                    <a:pt x="11075" y="893"/>
                  </a:cubicBezTo>
                  <a:cubicBezTo>
                    <a:pt x="11046" y="371"/>
                    <a:pt x="9150" y="0"/>
                    <a:pt x="66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91" name="Google Shape;491;p52"/>
            <p:cNvSpPr/>
            <p:nvPr/>
          </p:nvSpPr>
          <p:spPr>
            <a:xfrm flipH="1">
              <a:off x="6620530" y="3892138"/>
              <a:ext cx="352244" cy="89802"/>
            </a:xfrm>
            <a:custGeom>
              <a:avLst/>
              <a:gdLst/>
              <a:ahLst/>
              <a:cxnLst/>
              <a:rect l="l" t="t" r="r" b="b"/>
              <a:pathLst>
                <a:path w="12744" h="3249" extrusionOk="0">
                  <a:moveTo>
                    <a:pt x="7264" y="0"/>
                  </a:moveTo>
                  <a:cubicBezTo>
                    <a:pt x="6950" y="0"/>
                    <a:pt x="6630" y="6"/>
                    <a:pt x="6305" y="19"/>
                  </a:cubicBezTo>
                  <a:cubicBezTo>
                    <a:pt x="2803" y="186"/>
                    <a:pt x="1" y="1020"/>
                    <a:pt x="34" y="1887"/>
                  </a:cubicBezTo>
                  <a:cubicBezTo>
                    <a:pt x="64" y="2686"/>
                    <a:pt x="2326" y="3249"/>
                    <a:pt x="5283" y="3249"/>
                  </a:cubicBezTo>
                  <a:cubicBezTo>
                    <a:pt x="5658" y="3249"/>
                    <a:pt x="6045" y="3240"/>
                    <a:pt x="6439" y="3221"/>
                  </a:cubicBezTo>
                  <a:cubicBezTo>
                    <a:pt x="9941" y="3088"/>
                    <a:pt x="12743" y="2254"/>
                    <a:pt x="12710" y="1353"/>
                  </a:cubicBezTo>
                  <a:cubicBezTo>
                    <a:pt x="12680" y="567"/>
                    <a:pt x="10293" y="0"/>
                    <a:pt x="72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92" name="Google Shape;492;p52"/>
            <p:cNvSpPr/>
            <p:nvPr/>
          </p:nvSpPr>
          <p:spPr>
            <a:xfrm flipH="1">
              <a:off x="6621470" y="3885256"/>
              <a:ext cx="352217" cy="59039"/>
            </a:xfrm>
            <a:custGeom>
              <a:avLst/>
              <a:gdLst/>
              <a:ahLst/>
              <a:cxnLst/>
              <a:rect l="l" t="t" r="r" b="b"/>
              <a:pathLst>
                <a:path w="12743" h="2136" extrusionOk="0">
                  <a:moveTo>
                    <a:pt x="12676" y="1"/>
                  </a:moveTo>
                  <a:lnTo>
                    <a:pt x="0" y="535"/>
                  </a:lnTo>
                  <a:lnTo>
                    <a:pt x="67" y="2136"/>
                  </a:lnTo>
                  <a:lnTo>
                    <a:pt x="12743" y="1602"/>
                  </a:lnTo>
                  <a:lnTo>
                    <a:pt x="126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93" name="Google Shape;493;p52"/>
            <p:cNvSpPr/>
            <p:nvPr/>
          </p:nvSpPr>
          <p:spPr>
            <a:xfrm flipH="1">
              <a:off x="6622382" y="3847886"/>
              <a:ext cx="352217" cy="89802"/>
            </a:xfrm>
            <a:custGeom>
              <a:avLst/>
              <a:gdLst/>
              <a:ahLst/>
              <a:cxnLst/>
              <a:rect l="l" t="t" r="r" b="b"/>
              <a:pathLst>
                <a:path w="12743" h="3249" extrusionOk="0">
                  <a:moveTo>
                    <a:pt x="7263" y="0"/>
                  </a:moveTo>
                  <a:cubicBezTo>
                    <a:pt x="6950" y="0"/>
                    <a:pt x="6630" y="6"/>
                    <a:pt x="6305" y="19"/>
                  </a:cubicBezTo>
                  <a:cubicBezTo>
                    <a:pt x="2802" y="185"/>
                    <a:pt x="0" y="1019"/>
                    <a:pt x="33" y="1887"/>
                  </a:cubicBezTo>
                  <a:cubicBezTo>
                    <a:pt x="63" y="2686"/>
                    <a:pt x="2352" y="3249"/>
                    <a:pt x="5292" y="3249"/>
                  </a:cubicBezTo>
                  <a:cubicBezTo>
                    <a:pt x="5664" y="3249"/>
                    <a:pt x="6048" y="3240"/>
                    <a:pt x="6438" y="3221"/>
                  </a:cubicBezTo>
                  <a:cubicBezTo>
                    <a:pt x="9941" y="3088"/>
                    <a:pt x="12743" y="2254"/>
                    <a:pt x="12709" y="1353"/>
                  </a:cubicBezTo>
                  <a:cubicBezTo>
                    <a:pt x="12679" y="567"/>
                    <a:pt x="10292" y="0"/>
                    <a:pt x="7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94" name="Google Shape;494;p52"/>
            <p:cNvSpPr/>
            <p:nvPr/>
          </p:nvSpPr>
          <p:spPr>
            <a:xfrm flipH="1">
              <a:off x="6645434" y="3860545"/>
              <a:ext cx="306113" cy="41349"/>
            </a:xfrm>
            <a:custGeom>
              <a:avLst/>
              <a:gdLst/>
              <a:ahLst/>
              <a:cxnLst/>
              <a:rect l="l" t="t" r="r" b="b"/>
              <a:pathLst>
                <a:path w="11075" h="1496" extrusionOk="0">
                  <a:moveTo>
                    <a:pt x="6729" y="0"/>
                  </a:moveTo>
                  <a:cubicBezTo>
                    <a:pt x="6334" y="0"/>
                    <a:pt x="5924" y="9"/>
                    <a:pt x="5504" y="28"/>
                  </a:cubicBezTo>
                  <a:cubicBezTo>
                    <a:pt x="2435" y="128"/>
                    <a:pt x="0" y="728"/>
                    <a:pt x="0" y="1329"/>
                  </a:cubicBezTo>
                  <a:cubicBezTo>
                    <a:pt x="0" y="1395"/>
                    <a:pt x="33" y="1462"/>
                    <a:pt x="67" y="1495"/>
                  </a:cubicBezTo>
                  <a:cubicBezTo>
                    <a:pt x="434" y="928"/>
                    <a:pt x="2735" y="461"/>
                    <a:pt x="5504" y="328"/>
                  </a:cubicBezTo>
                  <a:cubicBezTo>
                    <a:pt x="5946" y="307"/>
                    <a:pt x="6377" y="296"/>
                    <a:pt x="6789" y="296"/>
                  </a:cubicBezTo>
                  <a:cubicBezTo>
                    <a:pt x="8960" y="296"/>
                    <a:pt x="10644" y="580"/>
                    <a:pt x="11008" y="1028"/>
                  </a:cubicBezTo>
                  <a:cubicBezTo>
                    <a:pt x="11041" y="995"/>
                    <a:pt x="11075" y="928"/>
                    <a:pt x="11075" y="862"/>
                  </a:cubicBezTo>
                  <a:cubicBezTo>
                    <a:pt x="11046" y="344"/>
                    <a:pt x="9185" y="0"/>
                    <a:pt x="6729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95" name="Google Shape;495;p52"/>
            <p:cNvSpPr/>
            <p:nvPr/>
          </p:nvSpPr>
          <p:spPr>
            <a:xfrm flipH="1">
              <a:off x="6645434" y="3860545"/>
              <a:ext cx="306113" cy="41349"/>
            </a:xfrm>
            <a:custGeom>
              <a:avLst/>
              <a:gdLst/>
              <a:ahLst/>
              <a:cxnLst/>
              <a:rect l="l" t="t" r="r" b="b"/>
              <a:pathLst>
                <a:path w="11075" h="1496" extrusionOk="0">
                  <a:moveTo>
                    <a:pt x="6729" y="0"/>
                  </a:moveTo>
                  <a:cubicBezTo>
                    <a:pt x="6334" y="0"/>
                    <a:pt x="5924" y="9"/>
                    <a:pt x="5504" y="28"/>
                  </a:cubicBezTo>
                  <a:cubicBezTo>
                    <a:pt x="2435" y="128"/>
                    <a:pt x="0" y="728"/>
                    <a:pt x="0" y="1329"/>
                  </a:cubicBezTo>
                  <a:cubicBezTo>
                    <a:pt x="0" y="1395"/>
                    <a:pt x="33" y="1462"/>
                    <a:pt x="67" y="1495"/>
                  </a:cubicBezTo>
                  <a:cubicBezTo>
                    <a:pt x="434" y="928"/>
                    <a:pt x="2735" y="461"/>
                    <a:pt x="5504" y="328"/>
                  </a:cubicBezTo>
                  <a:cubicBezTo>
                    <a:pt x="5946" y="307"/>
                    <a:pt x="6377" y="296"/>
                    <a:pt x="6789" y="296"/>
                  </a:cubicBezTo>
                  <a:cubicBezTo>
                    <a:pt x="8960" y="296"/>
                    <a:pt x="10644" y="580"/>
                    <a:pt x="11008" y="1028"/>
                  </a:cubicBezTo>
                  <a:cubicBezTo>
                    <a:pt x="11041" y="995"/>
                    <a:pt x="11075" y="928"/>
                    <a:pt x="11075" y="862"/>
                  </a:cubicBezTo>
                  <a:cubicBezTo>
                    <a:pt x="11046" y="344"/>
                    <a:pt x="9185" y="0"/>
                    <a:pt x="67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96" name="Google Shape;496;p52"/>
            <p:cNvSpPr/>
            <p:nvPr/>
          </p:nvSpPr>
          <p:spPr>
            <a:xfrm flipH="1">
              <a:off x="6583658" y="3825718"/>
              <a:ext cx="352217" cy="89858"/>
            </a:xfrm>
            <a:custGeom>
              <a:avLst/>
              <a:gdLst/>
              <a:ahLst/>
              <a:cxnLst/>
              <a:rect l="l" t="t" r="r" b="b"/>
              <a:pathLst>
                <a:path w="12743" h="3251" extrusionOk="0">
                  <a:moveTo>
                    <a:pt x="7303" y="1"/>
                  </a:moveTo>
                  <a:cubicBezTo>
                    <a:pt x="6977" y="1"/>
                    <a:pt x="6644" y="7"/>
                    <a:pt x="6305" y="20"/>
                  </a:cubicBezTo>
                  <a:cubicBezTo>
                    <a:pt x="2802" y="154"/>
                    <a:pt x="0" y="1021"/>
                    <a:pt x="33" y="1888"/>
                  </a:cubicBezTo>
                  <a:cubicBezTo>
                    <a:pt x="63" y="2687"/>
                    <a:pt x="2352" y="3250"/>
                    <a:pt x="5292" y="3250"/>
                  </a:cubicBezTo>
                  <a:cubicBezTo>
                    <a:pt x="5664" y="3250"/>
                    <a:pt x="6048" y="3241"/>
                    <a:pt x="6438" y="3222"/>
                  </a:cubicBezTo>
                  <a:cubicBezTo>
                    <a:pt x="9941" y="3089"/>
                    <a:pt x="12743" y="2255"/>
                    <a:pt x="12709" y="1354"/>
                  </a:cubicBezTo>
                  <a:cubicBezTo>
                    <a:pt x="12679" y="542"/>
                    <a:pt x="10314" y="1"/>
                    <a:pt x="73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97" name="Google Shape;497;p52"/>
            <p:cNvSpPr/>
            <p:nvPr/>
          </p:nvSpPr>
          <p:spPr>
            <a:xfrm flipH="1">
              <a:off x="6585510" y="3817951"/>
              <a:ext cx="352217" cy="59979"/>
            </a:xfrm>
            <a:custGeom>
              <a:avLst/>
              <a:gdLst/>
              <a:ahLst/>
              <a:cxnLst/>
              <a:rect l="l" t="t" r="r" b="b"/>
              <a:pathLst>
                <a:path w="12743" h="2170" extrusionOk="0">
                  <a:moveTo>
                    <a:pt x="12676" y="1"/>
                  </a:moveTo>
                  <a:lnTo>
                    <a:pt x="0" y="568"/>
                  </a:lnTo>
                  <a:lnTo>
                    <a:pt x="100" y="2169"/>
                  </a:lnTo>
                  <a:lnTo>
                    <a:pt x="12743" y="1635"/>
                  </a:lnTo>
                  <a:lnTo>
                    <a:pt x="126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98" name="Google Shape;498;p52"/>
            <p:cNvSpPr/>
            <p:nvPr/>
          </p:nvSpPr>
          <p:spPr>
            <a:xfrm flipH="1">
              <a:off x="6585510" y="3780581"/>
              <a:ext cx="352217" cy="90466"/>
            </a:xfrm>
            <a:custGeom>
              <a:avLst/>
              <a:gdLst/>
              <a:ahLst/>
              <a:cxnLst/>
              <a:rect l="l" t="t" r="r" b="b"/>
              <a:pathLst>
                <a:path w="12743" h="3273" extrusionOk="0">
                  <a:moveTo>
                    <a:pt x="7263" y="0"/>
                  </a:moveTo>
                  <a:cubicBezTo>
                    <a:pt x="6950" y="0"/>
                    <a:pt x="6630" y="6"/>
                    <a:pt x="6305" y="19"/>
                  </a:cubicBezTo>
                  <a:cubicBezTo>
                    <a:pt x="2802" y="185"/>
                    <a:pt x="0" y="1019"/>
                    <a:pt x="34" y="1887"/>
                  </a:cubicBezTo>
                  <a:cubicBezTo>
                    <a:pt x="64" y="2703"/>
                    <a:pt x="2452" y="3273"/>
                    <a:pt x="5482" y="3273"/>
                  </a:cubicBezTo>
                  <a:cubicBezTo>
                    <a:pt x="5795" y="3273"/>
                    <a:pt x="6114" y="3267"/>
                    <a:pt x="6438" y="3254"/>
                  </a:cubicBezTo>
                  <a:cubicBezTo>
                    <a:pt x="9941" y="3087"/>
                    <a:pt x="12743" y="2254"/>
                    <a:pt x="12709" y="1353"/>
                  </a:cubicBezTo>
                  <a:cubicBezTo>
                    <a:pt x="12679" y="567"/>
                    <a:pt x="10293" y="0"/>
                    <a:pt x="7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99" name="Google Shape;499;p52"/>
            <p:cNvSpPr/>
            <p:nvPr/>
          </p:nvSpPr>
          <p:spPr>
            <a:xfrm flipH="1">
              <a:off x="6608562" y="3792384"/>
              <a:ext cx="307053" cy="42206"/>
            </a:xfrm>
            <a:custGeom>
              <a:avLst/>
              <a:gdLst/>
              <a:ahLst/>
              <a:cxnLst/>
              <a:rect l="l" t="t" r="r" b="b"/>
              <a:pathLst>
                <a:path w="11109" h="1527" extrusionOk="0">
                  <a:moveTo>
                    <a:pt x="6635" y="1"/>
                  </a:moveTo>
                  <a:cubicBezTo>
                    <a:pt x="6280" y="1"/>
                    <a:pt x="5913" y="9"/>
                    <a:pt x="5538" y="25"/>
                  </a:cubicBezTo>
                  <a:cubicBezTo>
                    <a:pt x="2469" y="159"/>
                    <a:pt x="1" y="759"/>
                    <a:pt x="34" y="1360"/>
                  </a:cubicBezTo>
                  <a:cubicBezTo>
                    <a:pt x="34" y="1426"/>
                    <a:pt x="68" y="1460"/>
                    <a:pt x="101" y="1526"/>
                  </a:cubicBezTo>
                  <a:cubicBezTo>
                    <a:pt x="468" y="959"/>
                    <a:pt x="2770" y="459"/>
                    <a:pt x="5538" y="325"/>
                  </a:cubicBezTo>
                  <a:cubicBezTo>
                    <a:pt x="5894" y="313"/>
                    <a:pt x="6242" y="306"/>
                    <a:pt x="6579" y="306"/>
                  </a:cubicBezTo>
                  <a:cubicBezTo>
                    <a:pt x="8867" y="306"/>
                    <a:pt x="10664" y="594"/>
                    <a:pt x="11042" y="1059"/>
                  </a:cubicBezTo>
                  <a:cubicBezTo>
                    <a:pt x="11076" y="993"/>
                    <a:pt x="11076" y="959"/>
                    <a:pt x="11109" y="893"/>
                  </a:cubicBezTo>
                  <a:cubicBezTo>
                    <a:pt x="11080" y="395"/>
                    <a:pt x="9154" y="1"/>
                    <a:pt x="6635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00" name="Google Shape;500;p52"/>
            <p:cNvSpPr/>
            <p:nvPr/>
          </p:nvSpPr>
          <p:spPr>
            <a:xfrm flipH="1">
              <a:off x="6608562" y="3792384"/>
              <a:ext cx="307053" cy="42206"/>
            </a:xfrm>
            <a:custGeom>
              <a:avLst/>
              <a:gdLst/>
              <a:ahLst/>
              <a:cxnLst/>
              <a:rect l="l" t="t" r="r" b="b"/>
              <a:pathLst>
                <a:path w="11109" h="1527" extrusionOk="0">
                  <a:moveTo>
                    <a:pt x="6635" y="1"/>
                  </a:moveTo>
                  <a:cubicBezTo>
                    <a:pt x="6280" y="1"/>
                    <a:pt x="5913" y="9"/>
                    <a:pt x="5538" y="25"/>
                  </a:cubicBezTo>
                  <a:cubicBezTo>
                    <a:pt x="2469" y="159"/>
                    <a:pt x="1" y="759"/>
                    <a:pt x="34" y="1360"/>
                  </a:cubicBezTo>
                  <a:cubicBezTo>
                    <a:pt x="34" y="1426"/>
                    <a:pt x="68" y="1460"/>
                    <a:pt x="101" y="1526"/>
                  </a:cubicBezTo>
                  <a:cubicBezTo>
                    <a:pt x="468" y="959"/>
                    <a:pt x="2770" y="459"/>
                    <a:pt x="5538" y="325"/>
                  </a:cubicBezTo>
                  <a:cubicBezTo>
                    <a:pt x="5894" y="313"/>
                    <a:pt x="6242" y="306"/>
                    <a:pt x="6579" y="306"/>
                  </a:cubicBezTo>
                  <a:cubicBezTo>
                    <a:pt x="8867" y="306"/>
                    <a:pt x="10664" y="594"/>
                    <a:pt x="11042" y="1059"/>
                  </a:cubicBezTo>
                  <a:cubicBezTo>
                    <a:pt x="11076" y="993"/>
                    <a:pt x="11076" y="959"/>
                    <a:pt x="11109" y="893"/>
                  </a:cubicBezTo>
                  <a:cubicBezTo>
                    <a:pt x="11080" y="395"/>
                    <a:pt x="9154" y="1"/>
                    <a:pt x="66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01" name="Google Shape;501;p52"/>
            <p:cNvSpPr/>
            <p:nvPr/>
          </p:nvSpPr>
          <p:spPr>
            <a:xfrm flipH="1">
              <a:off x="6639906" y="3768337"/>
              <a:ext cx="350365" cy="89802"/>
            </a:xfrm>
            <a:custGeom>
              <a:avLst/>
              <a:gdLst/>
              <a:ahLst/>
              <a:cxnLst/>
              <a:rect l="l" t="t" r="r" b="b"/>
              <a:pathLst>
                <a:path w="12676" h="3249" extrusionOk="0">
                  <a:moveTo>
                    <a:pt x="7393" y="0"/>
                  </a:moveTo>
                  <a:cubicBezTo>
                    <a:pt x="7018" y="0"/>
                    <a:pt x="6632" y="9"/>
                    <a:pt x="6238" y="28"/>
                  </a:cubicBezTo>
                  <a:cubicBezTo>
                    <a:pt x="2769" y="161"/>
                    <a:pt x="0" y="995"/>
                    <a:pt x="0" y="1896"/>
                  </a:cubicBezTo>
                  <a:cubicBezTo>
                    <a:pt x="0" y="2682"/>
                    <a:pt x="2384" y="3249"/>
                    <a:pt x="5413" y="3249"/>
                  </a:cubicBezTo>
                  <a:cubicBezTo>
                    <a:pt x="5726" y="3249"/>
                    <a:pt x="6046" y="3243"/>
                    <a:pt x="6371" y="3230"/>
                  </a:cubicBezTo>
                  <a:cubicBezTo>
                    <a:pt x="9874" y="3063"/>
                    <a:pt x="12676" y="2230"/>
                    <a:pt x="12642" y="1362"/>
                  </a:cubicBezTo>
                  <a:cubicBezTo>
                    <a:pt x="12613" y="563"/>
                    <a:pt x="10350" y="0"/>
                    <a:pt x="73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02" name="Google Shape;502;p52"/>
            <p:cNvSpPr/>
            <p:nvPr/>
          </p:nvSpPr>
          <p:spPr>
            <a:xfrm flipH="1">
              <a:off x="6640818" y="3760791"/>
              <a:ext cx="352244" cy="59951"/>
            </a:xfrm>
            <a:custGeom>
              <a:avLst/>
              <a:gdLst/>
              <a:ahLst/>
              <a:cxnLst/>
              <a:rect l="l" t="t" r="r" b="b"/>
              <a:pathLst>
                <a:path w="12744" h="2169" extrusionOk="0">
                  <a:moveTo>
                    <a:pt x="12677" y="1"/>
                  </a:moveTo>
                  <a:lnTo>
                    <a:pt x="1" y="568"/>
                  </a:lnTo>
                  <a:lnTo>
                    <a:pt x="68" y="2169"/>
                  </a:lnTo>
                  <a:lnTo>
                    <a:pt x="12743" y="1635"/>
                  </a:lnTo>
                  <a:lnTo>
                    <a:pt x="126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03" name="Google Shape;503;p52"/>
            <p:cNvSpPr/>
            <p:nvPr/>
          </p:nvSpPr>
          <p:spPr>
            <a:xfrm flipH="1">
              <a:off x="6641731" y="3724057"/>
              <a:ext cx="352244" cy="89830"/>
            </a:xfrm>
            <a:custGeom>
              <a:avLst/>
              <a:gdLst/>
              <a:ahLst/>
              <a:cxnLst/>
              <a:rect l="l" t="t" r="r" b="b"/>
              <a:pathLst>
                <a:path w="12744" h="3250" extrusionOk="0">
                  <a:moveTo>
                    <a:pt x="7452" y="1"/>
                  </a:moveTo>
                  <a:cubicBezTo>
                    <a:pt x="7079" y="1"/>
                    <a:pt x="6696" y="10"/>
                    <a:pt x="6305" y="29"/>
                  </a:cubicBezTo>
                  <a:cubicBezTo>
                    <a:pt x="2803" y="162"/>
                    <a:pt x="1" y="996"/>
                    <a:pt x="34" y="1897"/>
                  </a:cubicBezTo>
                  <a:cubicBezTo>
                    <a:pt x="64" y="2683"/>
                    <a:pt x="2451" y="3250"/>
                    <a:pt x="5480" y="3250"/>
                  </a:cubicBezTo>
                  <a:cubicBezTo>
                    <a:pt x="5793" y="3250"/>
                    <a:pt x="6113" y="3244"/>
                    <a:pt x="6439" y="3231"/>
                  </a:cubicBezTo>
                  <a:cubicBezTo>
                    <a:pt x="9941" y="3064"/>
                    <a:pt x="12743" y="2230"/>
                    <a:pt x="12710" y="1363"/>
                  </a:cubicBezTo>
                  <a:cubicBezTo>
                    <a:pt x="12680" y="564"/>
                    <a:pt x="10391" y="1"/>
                    <a:pt x="74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04" name="Google Shape;504;p52"/>
            <p:cNvSpPr/>
            <p:nvPr/>
          </p:nvSpPr>
          <p:spPr>
            <a:xfrm flipH="1">
              <a:off x="6664782" y="3736108"/>
              <a:ext cx="306141" cy="41322"/>
            </a:xfrm>
            <a:custGeom>
              <a:avLst/>
              <a:gdLst/>
              <a:ahLst/>
              <a:cxnLst/>
              <a:rect l="l" t="t" r="r" b="b"/>
              <a:pathLst>
                <a:path w="11076" h="1495" extrusionOk="0">
                  <a:moveTo>
                    <a:pt x="6660" y="1"/>
                  </a:moveTo>
                  <a:cubicBezTo>
                    <a:pt x="6286" y="1"/>
                    <a:pt x="5900" y="9"/>
                    <a:pt x="5504" y="26"/>
                  </a:cubicBezTo>
                  <a:cubicBezTo>
                    <a:pt x="2436" y="160"/>
                    <a:pt x="1" y="760"/>
                    <a:pt x="1" y="1361"/>
                  </a:cubicBezTo>
                  <a:cubicBezTo>
                    <a:pt x="1" y="1394"/>
                    <a:pt x="34" y="1461"/>
                    <a:pt x="67" y="1494"/>
                  </a:cubicBezTo>
                  <a:cubicBezTo>
                    <a:pt x="434" y="960"/>
                    <a:pt x="2736" y="460"/>
                    <a:pt x="5504" y="327"/>
                  </a:cubicBezTo>
                  <a:cubicBezTo>
                    <a:pt x="5920" y="307"/>
                    <a:pt x="6325" y="297"/>
                    <a:pt x="6715" y="297"/>
                  </a:cubicBezTo>
                  <a:cubicBezTo>
                    <a:pt x="8922" y="297"/>
                    <a:pt x="10640" y="602"/>
                    <a:pt x="11008" y="1027"/>
                  </a:cubicBezTo>
                  <a:cubicBezTo>
                    <a:pt x="11042" y="994"/>
                    <a:pt x="11075" y="927"/>
                    <a:pt x="11075" y="894"/>
                  </a:cubicBezTo>
                  <a:cubicBezTo>
                    <a:pt x="11046" y="372"/>
                    <a:pt x="9150" y="1"/>
                    <a:pt x="6660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05" name="Google Shape;505;p52"/>
            <p:cNvSpPr/>
            <p:nvPr/>
          </p:nvSpPr>
          <p:spPr>
            <a:xfrm flipH="1">
              <a:off x="6664782" y="3736108"/>
              <a:ext cx="306141" cy="41322"/>
            </a:xfrm>
            <a:custGeom>
              <a:avLst/>
              <a:gdLst/>
              <a:ahLst/>
              <a:cxnLst/>
              <a:rect l="l" t="t" r="r" b="b"/>
              <a:pathLst>
                <a:path w="11076" h="1495" extrusionOk="0">
                  <a:moveTo>
                    <a:pt x="6660" y="1"/>
                  </a:moveTo>
                  <a:cubicBezTo>
                    <a:pt x="6286" y="1"/>
                    <a:pt x="5900" y="9"/>
                    <a:pt x="5504" y="26"/>
                  </a:cubicBezTo>
                  <a:cubicBezTo>
                    <a:pt x="2436" y="160"/>
                    <a:pt x="1" y="760"/>
                    <a:pt x="1" y="1361"/>
                  </a:cubicBezTo>
                  <a:cubicBezTo>
                    <a:pt x="1" y="1394"/>
                    <a:pt x="34" y="1461"/>
                    <a:pt x="67" y="1494"/>
                  </a:cubicBezTo>
                  <a:cubicBezTo>
                    <a:pt x="434" y="960"/>
                    <a:pt x="2736" y="460"/>
                    <a:pt x="5504" y="327"/>
                  </a:cubicBezTo>
                  <a:cubicBezTo>
                    <a:pt x="5920" y="307"/>
                    <a:pt x="6325" y="297"/>
                    <a:pt x="6715" y="297"/>
                  </a:cubicBezTo>
                  <a:cubicBezTo>
                    <a:pt x="8922" y="297"/>
                    <a:pt x="10640" y="602"/>
                    <a:pt x="11008" y="1027"/>
                  </a:cubicBezTo>
                  <a:cubicBezTo>
                    <a:pt x="11042" y="994"/>
                    <a:pt x="11075" y="927"/>
                    <a:pt x="11075" y="894"/>
                  </a:cubicBezTo>
                  <a:cubicBezTo>
                    <a:pt x="11046" y="372"/>
                    <a:pt x="9150" y="1"/>
                    <a:pt x="66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06" name="Google Shape;506;p52"/>
            <p:cNvSpPr/>
            <p:nvPr/>
          </p:nvSpPr>
          <p:spPr>
            <a:xfrm flipH="1">
              <a:off x="6666634" y="3744593"/>
              <a:ext cx="302437" cy="53649"/>
            </a:xfrm>
            <a:custGeom>
              <a:avLst/>
              <a:gdLst/>
              <a:ahLst/>
              <a:cxnLst/>
              <a:rect l="l" t="t" r="r" b="b"/>
              <a:pathLst>
                <a:path w="10942" h="1941" extrusionOk="0">
                  <a:moveTo>
                    <a:pt x="6484" y="0"/>
                  </a:moveTo>
                  <a:cubicBezTo>
                    <a:pt x="6145" y="0"/>
                    <a:pt x="5795" y="7"/>
                    <a:pt x="5437" y="20"/>
                  </a:cubicBezTo>
                  <a:cubicBezTo>
                    <a:pt x="2669" y="153"/>
                    <a:pt x="367" y="653"/>
                    <a:pt x="0" y="1187"/>
                  </a:cubicBezTo>
                  <a:cubicBezTo>
                    <a:pt x="378" y="1652"/>
                    <a:pt x="2200" y="1940"/>
                    <a:pt x="4473" y="1940"/>
                  </a:cubicBezTo>
                  <a:cubicBezTo>
                    <a:pt x="4808" y="1940"/>
                    <a:pt x="5153" y="1934"/>
                    <a:pt x="5504" y="1921"/>
                  </a:cubicBezTo>
                  <a:cubicBezTo>
                    <a:pt x="8273" y="1788"/>
                    <a:pt x="10574" y="1287"/>
                    <a:pt x="10941" y="720"/>
                  </a:cubicBezTo>
                  <a:cubicBezTo>
                    <a:pt x="10564" y="284"/>
                    <a:pt x="8770" y="0"/>
                    <a:pt x="64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07" name="Google Shape;507;p52"/>
            <p:cNvSpPr/>
            <p:nvPr/>
          </p:nvSpPr>
          <p:spPr>
            <a:xfrm flipH="1">
              <a:off x="6603006" y="3701032"/>
              <a:ext cx="352244" cy="90051"/>
            </a:xfrm>
            <a:custGeom>
              <a:avLst/>
              <a:gdLst/>
              <a:ahLst/>
              <a:cxnLst/>
              <a:rect l="l" t="t" r="r" b="b"/>
              <a:pathLst>
                <a:path w="12744" h="3258" extrusionOk="0">
                  <a:moveTo>
                    <a:pt x="7461" y="0"/>
                  </a:moveTo>
                  <a:cubicBezTo>
                    <a:pt x="7086" y="0"/>
                    <a:pt x="6699" y="9"/>
                    <a:pt x="6305" y="28"/>
                  </a:cubicBezTo>
                  <a:cubicBezTo>
                    <a:pt x="2803" y="161"/>
                    <a:pt x="1" y="995"/>
                    <a:pt x="34" y="1896"/>
                  </a:cubicBezTo>
                  <a:cubicBezTo>
                    <a:pt x="93" y="2695"/>
                    <a:pt x="2359" y="3258"/>
                    <a:pt x="5293" y="3258"/>
                  </a:cubicBezTo>
                  <a:cubicBezTo>
                    <a:pt x="5665" y="3258"/>
                    <a:pt x="6048" y="3249"/>
                    <a:pt x="6439" y="3230"/>
                  </a:cubicBezTo>
                  <a:cubicBezTo>
                    <a:pt x="9941" y="3097"/>
                    <a:pt x="12743" y="2229"/>
                    <a:pt x="12710" y="1362"/>
                  </a:cubicBezTo>
                  <a:cubicBezTo>
                    <a:pt x="12680" y="563"/>
                    <a:pt x="10417" y="0"/>
                    <a:pt x="7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08" name="Google Shape;508;p52"/>
            <p:cNvSpPr/>
            <p:nvPr/>
          </p:nvSpPr>
          <p:spPr>
            <a:xfrm flipH="1">
              <a:off x="6603946" y="3694426"/>
              <a:ext cx="352217" cy="59011"/>
            </a:xfrm>
            <a:custGeom>
              <a:avLst/>
              <a:gdLst/>
              <a:ahLst/>
              <a:cxnLst/>
              <a:rect l="l" t="t" r="r" b="b"/>
              <a:pathLst>
                <a:path w="12743" h="2135" extrusionOk="0">
                  <a:moveTo>
                    <a:pt x="12676" y="0"/>
                  </a:moveTo>
                  <a:lnTo>
                    <a:pt x="0" y="534"/>
                  </a:lnTo>
                  <a:lnTo>
                    <a:pt x="67" y="2135"/>
                  </a:lnTo>
                  <a:lnTo>
                    <a:pt x="12743" y="1601"/>
                  </a:lnTo>
                  <a:lnTo>
                    <a:pt x="126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09" name="Google Shape;509;p52"/>
            <p:cNvSpPr/>
            <p:nvPr/>
          </p:nvSpPr>
          <p:spPr>
            <a:xfrm flipH="1">
              <a:off x="6604858" y="3656752"/>
              <a:ext cx="352244" cy="89830"/>
            </a:xfrm>
            <a:custGeom>
              <a:avLst/>
              <a:gdLst/>
              <a:ahLst/>
              <a:cxnLst/>
              <a:rect l="l" t="t" r="r" b="b"/>
              <a:pathLst>
                <a:path w="12744" h="3250" extrusionOk="0">
                  <a:moveTo>
                    <a:pt x="7451" y="1"/>
                  </a:moveTo>
                  <a:cubicBezTo>
                    <a:pt x="7079" y="1"/>
                    <a:pt x="6696" y="10"/>
                    <a:pt x="6305" y="29"/>
                  </a:cubicBezTo>
                  <a:cubicBezTo>
                    <a:pt x="2803" y="162"/>
                    <a:pt x="1" y="996"/>
                    <a:pt x="34" y="1897"/>
                  </a:cubicBezTo>
                  <a:cubicBezTo>
                    <a:pt x="64" y="2683"/>
                    <a:pt x="2451" y="3250"/>
                    <a:pt x="5480" y="3250"/>
                  </a:cubicBezTo>
                  <a:cubicBezTo>
                    <a:pt x="5794" y="3250"/>
                    <a:pt x="6114" y="3244"/>
                    <a:pt x="6439" y="3231"/>
                  </a:cubicBezTo>
                  <a:cubicBezTo>
                    <a:pt x="9941" y="3064"/>
                    <a:pt x="12743" y="2230"/>
                    <a:pt x="12710" y="1363"/>
                  </a:cubicBezTo>
                  <a:cubicBezTo>
                    <a:pt x="12651" y="564"/>
                    <a:pt x="10385" y="1"/>
                    <a:pt x="7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10" name="Google Shape;510;p52"/>
            <p:cNvSpPr/>
            <p:nvPr/>
          </p:nvSpPr>
          <p:spPr>
            <a:xfrm flipH="1">
              <a:off x="6628822" y="3668803"/>
              <a:ext cx="306141" cy="42234"/>
            </a:xfrm>
            <a:custGeom>
              <a:avLst/>
              <a:gdLst/>
              <a:ahLst/>
              <a:cxnLst/>
              <a:rect l="l" t="t" r="r" b="b"/>
              <a:pathLst>
                <a:path w="11076" h="1528" extrusionOk="0">
                  <a:moveTo>
                    <a:pt x="6693" y="1"/>
                  </a:moveTo>
                  <a:cubicBezTo>
                    <a:pt x="6320" y="1"/>
                    <a:pt x="5933" y="9"/>
                    <a:pt x="5538" y="26"/>
                  </a:cubicBezTo>
                  <a:cubicBezTo>
                    <a:pt x="2469" y="160"/>
                    <a:pt x="0" y="760"/>
                    <a:pt x="34" y="1361"/>
                  </a:cubicBezTo>
                  <a:cubicBezTo>
                    <a:pt x="34" y="1427"/>
                    <a:pt x="67" y="1461"/>
                    <a:pt x="101" y="1527"/>
                  </a:cubicBezTo>
                  <a:cubicBezTo>
                    <a:pt x="467" y="960"/>
                    <a:pt x="2769" y="460"/>
                    <a:pt x="5538" y="327"/>
                  </a:cubicBezTo>
                  <a:cubicBezTo>
                    <a:pt x="5893" y="314"/>
                    <a:pt x="6241" y="307"/>
                    <a:pt x="6578" y="307"/>
                  </a:cubicBezTo>
                  <a:cubicBezTo>
                    <a:pt x="8867" y="307"/>
                    <a:pt x="10664" y="595"/>
                    <a:pt x="11042" y="1060"/>
                  </a:cubicBezTo>
                  <a:cubicBezTo>
                    <a:pt x="11075" y="994"/>
                    <a:pt x="11075" y="960"/>
                    <a:pt x="11075" y="894"/>
                  </a:cubicBezTo>
                  <a:cubicBezTo>
                    <a:pt x="11075" y="371"/>
                    <a:pt x="9183" y="1"/>
                    <a:pt x="66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11" name="Google Shape;511;p52"/>
            <p:cNvSpPr/>
            <p:nvPr/>
          </p:nvSpPr>
          <p:spPr>
            <a:xfrm flipH="1">
              <a:off x="6626998" y="3382448"/>
              <a:ext cx="356832" cy="315621"/>
            </a:xfrm>
            <a:custGeom>
              <a:avLst/>
              <a:gdLst/>
              <a:ahLst/>
              <a:cxnLst/>
              <a:rect l="l" t="t" r="r" b="b"/>
              <a:pathLst>
                <a:path w="12910" h="11419" extrusionOk="0">
                  <a:moveTo>
                    <a:pt x="6473" y="1"/>
                  </a:moveTo>
                  <a:cubicBezTo>
                    <a:pt x="5798" y="1"/>
                    <a:pt x="5110" y="122"/>
                    <a:pt x="4437" y="379"/>
                  </a:cubicBezTo>
                  <a:cubicBezTo>
                    <a:pt x="1502" y="1480"/>
                    <a:pt x="1" y="4749"/>
                    <a:pt x="1101" y="7718"/>
                  </a:cubicBezTo>
                  <a:cubicBezTo>
                    <a:pt x="1955" y="10019"/>
                    <a:pt x="4131" y="11419"/>
                    <a:pt x="6434" y="11419"/>
                  </a:cubicBezTo>
                  <a:cubicBezTo>
                    <a:pt x="7102" y="11419"/>
                    <a:pt x="7780" y="11301"/>
                    <a:pt x="8440" y="11054"/>
                  </a:cubicBezTo>
                  <a:cubicBezTo>
                    <a:pt x="11409" y="9953"/>
                    <a:pt x="12910" y="6650"/>
                    <a:pt x="11809" y="3715"/>
                  </a:cubicBezTo>
                  <a:cubicBezTo>
                    <a:pt x="10932" y="1419"/>
                    <a:pt x="8778" y="1"/>
                    <a:pt x="64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12" name="Google Shape;512;p52"/>
            <p:cNvSpPr/>
            <p:nvPr/>
          </p:nvSpPr>
          <p:spPr>
            <a:xfrm flipH="1">
              <a:off x="6611326" y="3390243"/>
              <a:ext cx="354068" cy="315676"/>
            </a:xfrm>
            <a:custGeom>
              <a:avLst/>
              <a:gdLst/>
              <a:ahLst/>
              <a:cxnLst/>
              <a:rect l="l" t="t" r="r" b="b"/>
              <a:pathLst>
                <a:path w="12810" h="11421" extrusionOk="0">
                  <a:moveTo>
                    <a:pt x="6394" y="1"/>
                  </a:moveTo>
                  <a:cubicBezTo>
                    <a:pt x="4785" y="1"/>
                    <a:pt x="3189" y="676"/>
                    <a:pt x="2069" y="1999"/>
                  </a:cubicBezTo>
                  <a:cubicBezTo>
                    <a:pt x="1" y="4400"/>
                    <a:pt x="301" y="8036"/>
                    <a:pt x="2703" y="10071"/>
                  </a:cubicBezTo>
                  <a:cubicBezTo>
                    <a:pt x="3773" y="10978"/>
                    <a:pt x="5082" y="11421"/>
                    <a:pt x="6387" y="11421"/>
                  </a:cubicBezTo>
                  <a:cubicBezTo>
                    <a:pt x="8011" y="11421"/>
                    <a:pt x="9629" y="10735"/>
                    <a:pt x="10775" y="9404"/>
                  </a:cubicBezTo>
                  <a:cubicBezTo>
                    <a:pt x="12810" y="7002"/>
                    <a:pt x="12510" y="3400"/>
                    <a:pt x="10108" y="1365"/>
                  </a:cubicBezTo>
                  <a:cubicBezTo>
                    <a:pt x="9029" y="450"/>
                    <a:pt x="7707" y="1"/>
                    <a:pt x="63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13" name="Google Shape;513;p52"/>
            <p:cNvSpPr/>
            <p:nvPr/>
          </p:nvSpPr>
          <p:spPr>
            <a:xfrm flipH="1">
              <a:off x="6711824" y="3464844"/>
              <a:ext cx="151218" cy="163214"/>
            </a:xfrm>
            <a:custGeom>
              <a:avLst/>
              <a:gdLst/>
              <a:ahLst/>
              <a:cxnLst/>
              <a:rect l="l" t="t" r="r" b="b"/>
              <a:pathLst>
                <a:path w="5471" h="5905" extrusionOk="0">
                  <a:moveTo>
                    <a:pt x="2669" y="1234"/>
                  </a:moveTo>
                  <a:lnTo>
                    <a:pt x="3703" y="1701"/>
                  </a:lnTo>
                  <a:cubicBezTo>
                    <a:pt x="3903" y="1801"/>
                    <a:pt x="4070" y="1935"/>
                    <a:pt x="4203" y="2102"/>
                  </a:cubicBezTo>
                  <a:cubicBezTo>
                    <a:pt x="4270" y="2235"/>
                    <a:pt x="4270" y="2435"/>
                    <a:pt x="4203" y="2569"/>
                  </a:cubicBezTo>
                  <a:cubicBezTo>
                    <a:pt x="4137" y="2735"/>
                    <a:pt x="4003" y="2835"/>
                    <a:pt x="3836" y="2869"/>
                  </a:cubicBezTo>
                  <a:cubicBezTo>
                    <a:pt x="3795" y="2875"/>
                    <a:pt x="3755" y="2877"/>
                    <a:pt x="3715" y="2877"/>
                  </a:cubicBezTo>
                  <a:cubicBezTo>
                    <a:pt x="3532" y="2877"/>
                    <a:pt x="3367" y="2818"/>
                    <a:pt x="3203" y="2735"/>
                  </a:cubicBezTo>
                  <a:lnTo>
                    <a:pt x="2169" y="2302"/>
                  </a:lnTo>
                  <a:lnTo>
                    <a:pt x="2669" y="1234"/>
                  </a:lnTo>
                  <a:close/>
                  <a:moveTo>
                    <a:pt x="1868" y="3036"/>
                  </a:moveTo>
                  <a:lnTo>
                    <a:pt x="3036" y="3569"/>
                  </a:lnTo>
                  <a:cubicBezTo>
                    <a:pt x="3603" y="3803"/>
                    <a:pt x="3770" y="4136"/>
                    <a:pt x="3603" y="4470"/>
                  </a:cubicBezTo>
                  <a:cubicBezTo>
                    <a:pt x="3570" y="4670"/>
                    <a:pt x="3403" y="4804"/>
                    <a:pt x="3236" y="4837"/>
                  </a:cubicBezTo>
                  <a:lnTo>
                    <a:pt x="3236" y="4804"/>
                  </a:lnTo>
                  <a:cubicBezTo>
                    <a:pt x="3002" y="4804"/>
                    <a:pt x="2769" y="4770"/>
                    <a:pt x="2569" y="4670"/>
                  </a:cubicBezTo>
                  <a:lnTo>
                    <a:pt x="1368" y="4103"/>
                  </a:lnTo>
                  <a:lnTo>
                    <a:pt x="1868" y="3036"/>
                  </a:lnTo>
                  <a:close/>
                  <a:moveTo>
                    <a:pt x="2002" y="0"/>
                  </a:moveTo>
                  <a:lnTo>
                    <a:pt x="0" y="4437"/>
                  </a:lnTo>
                  <a:lnTo>
                    <a:pt x="1068" y="4904"/>
                  </a:lnTo>
                  <a:lnTo>
                    <a:pt x="901" y="5237"/>
                  </a:lnTo>
                  <a:lnTo>
                    <a:pt x="1401" y="5437"/>
                  </a:lnTo>
                  <a:lnTo>
                    <a:pt x="1535" y="5137"/>
                  </a:lnTo>
                  <a:lnTo>
                    <a:pt x="2035" y="5371"/>
                  </a:lnTo>
                  <a:lnTo>
                    <a:pt x="1902" y="5671"/>
                  </a:lnTo>
                  <a:lnTo>
                    <a:pt x="2402" y="5904"/>
                  </a:lnTo>
                  <a:lnTo>
                    <a:pt x="2535" y="5571"/>
                  </a:lnTo>
                  <a:cubicBezTo>
                    <a:pt x="2808" y="5694"/>
                    <a:pt x="3116" y="5763"/>
                    <a:pt x="3421" y="5763"/>
                  </a:cubicBezTo>
                  <a:cubicBezTo>
                    <a:pt x="3527" y="5763"/>
                    <a:pt x="3633" y="5755"/>
                    <a:pt x="3736" y="5738"/>
                  </a:cubicBezTo>
                  <a:cubicBezTo>
                    <a:pt x="4103" y="5671"/>
                    <a:pt x="4403" y="5404"/>
                    <a:pt x="4570" y="5070"/>
                  </a:cubicBezTo>
                  <a:cubicBezTo>
                    <a:pt x="4704" y="4837"/>
                    <a:pt x="4737" y="4537"/>
                    <a:pt x="4704" y="4270"/>
                  </a:cubicBezTo>
                  <a:cubicBezTo>
                    <a:pt x="4637" y="4003"/>
                    <a:pt x="4470" y="3769"/>
                    <a:pt x="4270" y="3603"/>
                  </a:cubicBezTo>
                  <a:cubicBezTo>
                    <a:pt x="4504" y="3603"/>
                    <a:pt x="4704" y="3536"/>
                    <a:pt x="4870" y="3403"/>
                  </a:cubicBezTo>
                  <a:cubicBezTo>
                    <a:pt x="5071" y="3269"/>
                    <a:pt x="5204" y="3102"/>
                    <a:pt x="5304" y="2902"/>
                  </a:cubicBezTo>
                  <a:cubicBezTo>
                    <a:pt x="5471" y="2569"/>
                    <a:pt x="5438" y="2168"/>
                    <a:pt x="5237" y="1868"/>
                  </a:cubicBezTo>
                  <a:cubicBezTo>
                    <a:pt x="5071" y="1601"/>
                    <a:pt x="4837" y="1368"/>
                    <a:pt x="4537" y="1201"/>
                  </a:cubicBezTo>
                  <a:lnTo>
                    <a:pt x="4670" y="867"/>
                  </a:lnTo>
                  <a:lnTo>
                    <a:pt x="4170" y="667"/>
                  </a:lnTo>
                  <a:lnTo>
                    <a:pt x="4037" y="967"/>
                  </a:lnTo>
                  <a:lnTo>
                    <a:pt x="3570" y="734"/>
                  </a:lnTo>
                  <a:lnTo>
                    <a:pt x="3703" y="434"/>
                  </a:lnTo>
                  <a:lnTo>
                    <a:pt x="3203" y="200"/>
                  </a:lnTo>
                  <a:lnTo>
                    <a:pt x="3069" y="500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14" name="Google Shape;514;p52"/>
            <p:cNvSpPr/>
            <p:nvPr/>
          </p:nvSpPr>
          <p:spPr>
            <a:xfrm flipH="1">
              <a:off x="5296527" y="4379467"/>
              <a:ext cx="212109" cy="73439"/>
            </a:xfrm>
            <a:custGeom>
              <a:avLst/>
              <a:gdLst/>
              <a:ahLst/>
              <a:cxnLst/>
              <a:rect l="l" t="t" r="r" b="b"/>
              <a:pathLst>
                <a:path w="7674" h="2657" extrusionOk="0">
                  <a:moveTo>
                    <a:pt x="1360" y="0"/>
                  </a:moveTo>
                  <a:cubicBezTo>
                    <a:pt x="643" y="0"/>
                    <a:pt x="168" y="134"/>
                    <a:pt x="101" y="401"/>
                  </a:cubicBezTo>
                  <a:cubicBezTo>
                    <a:pt x="1" y="901"/>
                    <a:pt x="1535" y="1735"/>
                    <a:pt x="3604" y="2269"/>
                  </a:cubicBezTo>
                  <a:cubicBezTo>
                    <a:pt x="4605" y="2531"/>
                    <a:pt x="5541" y="2657"/>
                    <a:pt x="6250" y="2657"/>
                  </a:cubicBezTo>
                  <a:cubicBezTo>
                    <a:pt x="6982" y="2657"/>
                    <a:pt x="7472" y="2523"/>
                    <a:pt x="7540" y="2269"/>
                  </a:cubicBezTo>
                  <a:cubicBezTo>
                    <a:pt x="7673" y="1768"/>
                    <a:pt x="6139" y="901"/>
                    <a:pt x="4071" y="401"/>
                  </a:cubicBezTo>
                  <a:cubicBezTo>
                    <a:pt x="3036" y="134"/>
                    <a:pt x="2077" y="0"/>
                    <a:pt x="136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15" name="Google Shape;515;p52"/>
            <p:cNvSpPr/>
            <p:nvPr/>
          </p:nvSpPr>
          <p:spPr>
            <a:xfrm flipH="1">
              <a:off x="5293763" y="4364707"/>
              <a:ext cx="211170" cy="77475"/>
            </a:xfrm>
            <a:custGeom>
              <a:avLst/>
              <a:gdLst/>
              <a:ahLst/>
              <a:cxnLst/>
              <a:rect l="l" t="t" r="r" b="b"/>
              <a:pathLst>
                <a:path w="7640" h="2803" extrusionOk="0">
                  <a:moveTo>
                    <a:pt x="234" y="1"/>
                  </a:moveTo>
                  <a:lnTo>
                    <a:pt x="0" y="935"/>
                  </a:lnTo>
                  <a:lnTo>
                    <a:pt x="7406" y="2803"/>
                  </a:lnTo>
                  <a:lnTo>
                    <a:pt x="7639" y="1869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16" name="Google Shape;516;p52"/>
            <p:cNvSpPr/>
            <p:nvPr/>
          </p:nvSpPr>
          <p:spPr>
            <a:xfrm flipH="1">
              <a:off x="5290087" y="4353651"/>
              <a:ext cx="212082" cy="73771"/>
            </a:xfrm>
            <a:custGeom>
              <a:avLst/>
              <a:gdLst/>
              <a:ahLst/>
              <a:cxnLst/>
              <a:rect l="l" t="t" r="r" b="b"/>
              <a:pathLst>
                <a:path w="7673" h="2669" extrusionOk="0">
                  <a:moveTo>
                    <a:pt x="1389" y="0"/>
                  </a:moveTo>
                  <a:cubicBezTo>
                    <a:pt x="676" y="0"/>
                    <a:pt x="201" y="134"/>
                    <a:pt x="134" y="401"/>
                  </a:cubicBezTo>
                  <a:cubicBezTo>
                    <a:pt x="0" y="934"/>
                    <a:pt x="1535" y="1735"/>
                    <a:pt x="3603" y="2269"/>
                  </a:cubicBezTo>
                  <a:cubicBezTo>
                    <a:pt x="4620" y="2536"/>
                    <a:pt x="5571" y="2669"/>
                    <a:pt x="6284" y="2669"/>
                  </a:cubicBezTo>
                  <a:cubicBezTo>
                    <a:pt x="6997" y="2669"/>
                    <a:pt x="7472" y="2536"/>
                    <a:pt x="7539" y="2269"/>
                  </a:cubicBezTo>
                  <a:cubicBezTo>
                    <a:pt x="7673" y="1735"/>
                    <a:pt x="6138" y="934"/>
                    <a:pt x="4070" y="401"/>
                  </a:cubicBezTo>
                  <a:cubicBezTo>
                    <a:pt x="3053" y="134"/>
                    <a:pt x="2102" y="0"/>
                    <a:pt x="1389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17" name="Google Shape;517;p52"/>
            <p:cNvSpPr/>
            <p:nvPr/>
          </p:nvSpPr>
          <p:spPr>
            <a:xfrm flipH="1">
              <a:off x="5290087" y="4353651"/>
              <a:ext cx="212082" cy="73771"/>
            </a:xfrm>
            <a:custGeom>
              <a:avLst/>
              <a:gdLst/>
              <a:ahLst/>
              <a:cxnLst/>
              <a:rect l="l" t="t" r="r" b="b"/>
              <a:pathLst>
                <a:path w="7673" h="2669" extrusionOk="0">
                  <a:moveTo>
                    <a:pt x="1389" y="0"/>
                  </a:moveTo>
                  <a:cubicBezTo>
                    <a:pt x="676" y="0"/>
                    <a:pt x="201" y="134"/>
                    <a:pt x="134" y="401"/>
                  </a:cubicBezTo>
                  <a:cubicBezTo>
                    <a:pt x="0" y="934"/>
                    <a:pt x="1535" y="1735"/>
                    <a:pt x="3603" y="2269"/>
                  </a:cubicBezTo>
                  <a:cubicBezTo>
                    <a:pt x="4620" y="2536"/>
                    <a:pt x="5571" y="2669"/>
                    <a:pt x="6284" y="2669"/>
                  </a:cubicBezTo>
                  <a:cubicBezTo>
                    <a:pt x="6997" y="2669"/>
                    <a:pt x="7472" y="2536"/>
                    <a:pt x="7539" y="2269"/>
                  </a:cubicBezTo>
                  <a:cubicBezTo>
                    <a:pt x="7673" y="1735"/>
                    <a:pt x="6138" y="934"/>
                    <a:pt x="4070" y="401"/>
                  </a:cubicBezTo>
                  <a:cubicBezTo>
                    <a:pt x="3053" y="134"/>
                    <a:pt x="2102" y="0"/>
                    <a:pt x="13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18" name="Google Shape;518;p52"/>
            <p:cNvSpPr/>
            <p:nvPr/>
          </p:nvSpPr>
          <p:spPr>
            <a:xfrm flipH="1">
              <a:off x="5303907" y="4360727"/>
              <a:ext cx="180738" cy="52875"/>
            </a:xfrm>
            <a:custGeom>
              <a:avLst/>
              <a:gdLst/>
              <a:ahLst/>
              <a:cxnLst/>
              <a:rect l="l" t="t" r="r" b="b"/>
              <a:pathLst>
                <a:path w="6539" h="1913" extrusionOk="0">
                  <a:moveTo>
                    <a:pt x="800" y="0"/>
                  </a:moveTo>
                  <a:cubicBezTo>
                    <a:pt x="337" y="0"/>
                    <a:pt x="43" y="70"/>
                    <a:pt x="0" y="211"/>
                  </a:cubicBezTo>
                  <a:cubicBezTo>
                    <a:pt x="0" y="245"/>
                    <a:pt x="0" y="278"/>
                    <a:pt x="0" y="311"/>
                  </a:cubicBezTo>
                  <a:cubicBezTo>
                    <a:pt x="107" y="217"/>
                    <a:pt x="351" y="173"/>
                    <a:pt x="695" y="173"/>
                  </a:cubicBezTo>
                  <a:cubicBezTo>
                    <a:pt x="1322" y="173"/>
                    <a:pt x="2281" y="320"/>
                    <a:pt x="3336" y="578"/>
                  </a:cubicBezTo>
                  <a:cubicBezTo>
                    <a:pt x="4937" y="979"/>
                    <a:pt x="6238" y="1546"/>
                    <a:pt x="6405" y="1913"/>
                  </a:cubicBezTo>
                  <a:cubicBezTo>
                    <a:pt x="6438" y="1913"/>
                    <a:pt x="6438" y="1879"/>
                    <a:pt x="6438" y="1846"/>
                  </a:cubicBezTo>
                  <a:cubicBezTo>
                    <a:pt x="6538" y="1479"/>
                    <a:pt x="5204" y="845"/>
                    <a:pt x="3403" y="378"/>
                  </a:cubicBezTo>
                  <a:cubicBezTo>
                    <a:pt x="2365" y="129"/>
                    <a:pt x="1428" y="0"/>
                    <a:pt x="80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19" name="Google Shape;519;p52"/>
            <p:cNvSpPr/>
            <p:nvPr/>
          </p:nvSpPr>
          <p:spPr>
            <a:xfrm flipH="1">
              <a:off x="5303907" y="4360727"/>
              <a:ext cx="180738" cy="52875"/>
            </a:xfrm>
            <a:custGeom>
              <a:avLst/>
              <a:gdLst/>
              <a:ahLst/>
              <a:cxnLst/>
              <a:rect l="l" t="t" r="r" b="b"/>
              <a:pathLst>
                <a:path w="6539" h="1913" extrusionOk="0">
                  <a:moveTo>
                    <a:pt x="800" y="0"/>
                  </a:moveTo>
                  <a:cubicBezTo>
                    <a:pt x="337" y="0"/>
                    <a:pt x="43" y="70"/>
                    <a:pt x="0" y="211"/>
                  </a:cubicBezTo>
                  <a:cubicBezTo>
                    <a:pt x="0" y="245"/>
                    <a:pt x="0" y="278"/>
                    <a:pt x="0" y="311"/>
                  </a:cubicBezTo>
                  <a:cubicBezTo>
                    <a:pt x="107" y="217"/>
                    <a:pt x="351" y="173"/>
                    <a:pt x="695" y="173"/>
                  </a:cubicBezTo>
                  <a:cubicBezTo>
                    <a:pt x="1322" y="173"/>
                    <a:pt x="2281" y="320"/>
                    <a:pt x="3336" y="578"/>
                  </a:cubicBezTo>
                  <a:cubicBezTo>
                    <a:pt x="4937" y="979"/>
                    <a:pt x="6238" y="1546"/>
                    <a:pt x="6405" y="1913"/>
                  </a:cubicBezTo>
                  <a:cubicBezTo>
                    <a:pt x="6438" y="1913"/>
                    <a:pt x="6438" y="1879"/>
                    <a:pt x="6438" y="1846"/>
                  </a:cubicBezTo>
                  <a:cubicBezTo>
                    <a:pt x="6538" y="1479"/>
                    <a:pt x="5204" y="845"/>
                    <a:pt x="3403" y="378"/>
                  </a:cubicBezTo>
                  <a:cubicBezTo>
                    <a:pt x="2365" y="129"/>
                    <a:pt x="1428" y="0"/>
                    <a:pt x="80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20" name="Google Shape;520;p52"/>
            <p:cNvSpPr/>
            <p:nvPr/>
          </p:nvSpPr>
          <p:spPr>
            <a:xfrm flipH="1">
              <a:off x="5307610" y="4365895"/>
              <a:ext cx="177034" cy="51825"/>
            </a:xfrm>
            <a:custGeom>
              <a:avLst/>
              <a:gdLst/>
              <a:ahLst/>
              <a:cxnLst/>
              <a:rect l="l" t="t" r="r" b="b"/>
              <a:pathLst>
                <a:path w="6405" h="1875" extrusionOk="0">
                  <a:moveTo>
                    <a:pt x="701" y="0"/>
                  </a:moveTo>
                  <a:cubicBezTo>
                    <a:pt x="354" y="0"/>
                    <a:pt x="107" y="41"/>
                    <a:pt x="0" y="124"/>
                  </a:cubicBezTo>
                  <a:cubicBezTo>
                    <a:pt x="134" y="491"/>
                    <a:pt x="1435" y="1092"/>
                    <a:pt x="3069" y="1492"/>
                  </a:cubicBezTo>
                  <a:cubicBezTo>
                    <a:pt x="4067" y="1742"/>
                    <a:pt x="4988" y="1875"/>
                    <a:pt x="5620" y="1875"/>
                  </a:cubicBezTo>
                  <a:cubicBezTo>
                    <a:pt x="6002" y="1875"/>
                    <a:pt x="6279" y="1826"/>
                    <a:pt x="6405" y="1726"/>
                  </a:cubicBezTo>
                  <a:cubicBezTo>
                    <a:pt x="6238" y="1359"/>
                    <a:pt x="4937" y="792"/>
                    <a:pt x="3336" y="391"/>
                  </a:cubicBezTo>
                  <a:cubicBezTo>
                    <a:pt x="2284" y="134"/>
                    <a:pt x="1329" y="0"/>
                    <a:pt x="70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21" name="Google Shape;521;p52"/>
            <p:cNvSpPr/>
            <p:nvPr/>
          </p:nvSpPr>
          <p:spPr>
            <a:xfrm flipH="1">
              <a:off x="5200643" y="4466590"/>
              <a:ext cx="213021" cy="54202"/>
            </a:xfrm>
            <a:custGeom>
              <a:avLst/>
              <a:gdLst/>
              <a:ahLst/>
              <a:cxnLst/>
              <a:rect l="l" t="t" r="r" b="b"/>
              <a:pathLst>
                <a:path w="7707" h="1961" extrusionOk="0">
                  <a:moveTo>
                    <a:pt x="4498" y="1"/>
                  </a:moveTo>
                  <a:cubicBezTo>
                    <a:pt x="4273" y="1"/>
                    <a:pt x="4041" y="6"/>
                    <a:pt x="3803" y="17"/>
                  </a:cubicBezTo>
                  <a:cubicBezTo>
                    <a:pt x="1702" y="117"/>
                    <a:pt x="1" y="618"/>
                    <a:pt x="34" y="1152"/>
                  </a:cubicBezTo>
                  <a:cubicBezTo>
                    <a:pt x="65" y="1640"/>
                    <a:pt x="1491" y="1961"/>
                    <a:pt x="3368" y="1961"/>
                  </a:cubicBezTo>
                  <a:cubicBezTo>
                    <a:pt x="3543" y="1961"/>
                    <a:pt x="3722" y="1958"/>
                    <a:pt x="3904" y="1952"/>
                  </a:cubicBezTo>
                  <a:cubicBezTo>
                    <a:pt x="6005" y="1852"/>
                    <a:pt x="7706" y="1352"/>
                    <a:pt x="7673" y="818"/>
                  </a:cubicBezTo>
                  <a:cubicBezTo>
                    <a:pt x="7673" y="344"/>
                    <a:pt x="6302" y="1"/>
                    <a:pt x="44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22" name="Google Shape;522;p52"/>
            <p:cNvSpPr/>
            <p:nvPr/>
          </p:nvSpPr>
          <p:spPr>
            <a:xfrm flipH="1">
              <a:off x="5201582" y="4462443"/>
              <a:ext cx="212994" cy="35987"/>
            </a:xfrm>
            <a:custGeom>
              <a:avLst/>
              <a:gdLst/>
              <a:ahLst/>
              <a:cxnLst/>
              <a:rect l="l" t="t" r="r" b="b"/>
              <a:pathLst>
                <a:path w="7706" h="1302" extrusionOk="0">
                  <a:moveTo>
                    <a:pt x="7673" y="1"/>
                  </a:moveTo>
                  <a:lnTo>
                    <a:pt x="0" y="334"/>
                  </a:lnTo>
                  <a:lnTo>
                    <a:pt x="67" y="1302"/>
                  </a:lnTo>
                  <a:lnTo>
                    <a:pt x="7706" y="968"/>
                  </a:lnTo>
                  <a:lnTo>
                    <a:pt x="76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23" name="Google Shape;523;p52"/>
            <p:cNvSpPr/>
            <p:nvPr/>
          </p:nvSpPr>
          <p:spPr>
            <a:xfrm flipH="1">
              <a:off x="5201582" y="4439861"/>
              <a:ext cx="212994" cy="54423"/>
            </a:xfrm>
            <a:custGeom>
              <a:avLst/>
              <a:gdLst/>
              <a:ahLst/>
              <a:cxnLst/>
              <a:rect l="l" t="t" r="r" b="b"/>
              <a:pathLst>
                <a:path w="7706" h="1969" extrusionOk="0">
                  <a:moveTo>
                    <a:pt x="4497" y="1"/>
                  </a:moveTo>
                  <a:cubicBezTo>
                    <a:pt x="4272" y="1"/>
                    <a:pt x="4040" y="6"/>
                    <a:pt x="3803" y="17"/>
                  </a:cubicBezTo>
                  <a:cubicBezTo>
                    <a:pt x="1702" y="117"/>
                    <a:pt x="0" y="617"/>
                    <a:pt x="34" y="1151"/>
                  </a:cubicBezTo>
                  <a:cubicBezTo>
                    <a:pt x="34" y="1626"/>
                    <a:pt x="1404" y="1968"/>
                    <a:pt x="3208" y="1968"/>
                  </a:cubicBezTo>
                  <a:cubicBezTo>
                    <a:pt x="3434" y="1968"/>
                    <a:pt x="3666" y="1963"/>
                    <a:pt x="3903" y="1952"/>
                  </a:cubicBezTo>
                  <a:cubicBezTo>
                    <a:pt x="6005" y="1852"/>
                    <a:pt x="7706" y="1351"/>
                    <a:pt x="7673" y="818"/>
                  </a:cubicBezTo>
                  <a:cubicBezTo>
                    <a:pt x="7643" y="343"/>
                    <a:pt x="6295" y="1"/>
                    <a:pt x="44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24" name="Google Shape;524;p52"/>
            <p:cNvSpPr/>
            <p:nvPr/>
          </p:nvSpPr>
          <p:spPr>
            <a:xfrm flipH="1">
              <a:off x="5215402" y="4447960"/>
              <a:ext cx="185354" cy="25567"/>
            </a:xfrm>
            <a:custGeom>
              <a:avLst/>
              <a:gdLst/>
              <a:ahLst/>
              <a:cxnLst/>
              <a:rect l="l" t="t" r="r" b="b"/>
              <a:pathLst>
                <a:path w="6706" h="925" extrusionOk="0">
                  <a:moveTo>
                    <a:pt x="4156" y="1"/>
                  </a:moveTo>
                  <a:cubicBezTo>
                    <a:pt x="3883" y="1"/>
                    <a:pt x="3597" y="8"/>
                    <a:pt x="3303" y="24"/>
                  </a:cubicBezTo>
                  <a:cubicBezTo>
                    <a:pt x="1468" y="91"/>
                    <a:pt x="1" y="458"/>
                    <a:pt x="1" y="825"/>
                  </a:cubicBezTo>
                  <a:cubicBezTo>
                    <a:pt x="1" y="858"/>
                    <a:pt x="1" y="892"/>
                    <a:pt x="34" y="925"/>
                  </a:cubicBezTo>
                  <a:cubicBezTo>
                    <a:pt x="268" y="591"/>
                    <a:pt x="1669" y="291"/>
                    <a:pt x="3336" y="191"/>
                  </a:cubicBezTo>
                  <a:cubicBezTo>
                    <a:pt x="3554" y="182"/>
                    <a:pt x="3767" y="178"/>
                    <a:pt x="3973" y="178"/>
                  </a:cubicBezTo>
                  <a:cubicBezTo>
                    <a:pt x="5350" y="178"/>
                    <a:pt x="6440" y="364"/>
                    <a:pt x="6672" y="625"/>
                  </a:cubicBezTo>
                  <a:cubicBezTo>
                    <a:pt x="6672" y="591"/>
                    <a:pt x="6706" y="558"/>
                    <a:pt x="6706" y="525"/>
                  </a:cubicBezTo>
                  <a:cubicBezTo>
                    <a:pt x="6706" y="215"/>
                    <a:pt x="5616" y="1"/>
                    <a:pt x="41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25" name="Google Shape;525;p52"/>
            <p:cNvSpPr/>
            <p:nvPr/>
          </p:nvSpPr>
          <p:spPr>
            <a:xfrm flipH="1">
              <a:off x="5265185" y="4192120"/>
              <a:ext cx="359624" cy="315704"/>
            </a:xfrm>
            <a:custGeom>
              <a:avLst/>
              <a:gdLst/>
              <a:ahLst/>
              <a:cxnLst/>
              <a:rect l="l" t="t" r="r" b="b"/>
              <a:pathLst>
                <a:path w="13011" h="11422" extrusionOk="0">
                  <a:moveTo>
                    <a:pt x="6511" y="1"/>
                  </a:moveTo>
                  <a:cubicBezTo>
                    <a:pt x="4654" y="1"/>
                    <a:pt x="2834" y="907"/>
                    <a:pt x="1736" y="2575"/>
                  </a:cubicBezTo>
                  <a:cubicBezTo>
                    <a:pt x="1" y="5211"/>
                    <a:pt x="735" y="8747"/>
                    <a:pt x="3370" y="10481"/>
                  </a:cubicBezTo>
                  <a:cubicBezTo>
                    <a:pt x="4337" y="11117"/>
                    <a:pt x="5429" y="11421"/>
                    <a:pt x="6510" y="11421"/>
                  </a:cubicBezTo>
                  <a:cubicBezTo>
                    <a:pt x="8377" y="11421"/>
                    <a:pt x="10211" y="10515"/>
                    <a:pt x="11309" y="8847"/>
                  </a:cubicBezTo>
                  <a:cubicBezTo>
                    <a:pt x="13010" y="6211"/>
                    <a:pt x="12276" y="2642"/>
                    <a:pt x="9641" y="941"/>
                  </a:cubicBezTo>
                  <a:cubicBezTo>
                    <a:pt x="8675" y="305"/>
                    <a:pt x="7587" y="1"/>
                    <a:pt x="65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26" name="Google Shape;526;p52"/>
            <p:cNvSpPr/>
            <p:nvPr/>
          </p:nvSpPr>
          <p:spPr>
            <a:xfrm flipH="1">
              <a:off x="5254128" y="4204779"/>
              <a:ext cx="339613" cy="316312"/>
            </a:xfrm>
            <a:custGeom>
              <a:avLst/>
              <a:gdLst/>
              <a:ahLst/>
              <a:cxnLst/>
              <a:rect l="l" t="t" r="r" b="b"/>
              <a:pathLst>
                <a:path w="12287" h="11444" extrusionOk="0">
                  <a:moveTo>
                    <a:pt x="5962" y="0"/>
                  </a:moveTo>
                  <a:cubicBezTo>
                    <a:pt x="2900" y="0"/>
                    <a:pt x="0" y="2492"/>
                    <a:pt x="211" y="6054"/>
                  </a:cubicBezTo>
                  <a:cubicBezTo>
                    <a:pt x="407" y="9358"/>
                    <a:pt x="3138" y="11443"/>
                    <a:pt x="5959" y="11443"/>
                  </a:cubicBezTo>
                  <a:cubicBezTo>
                    <a:pt x="7466" y="11443"/>
                    <a:pt x="9000" y="10847"/>
                    <a:pt x="10185" y="9523"/>
                  </a:cubicBezTo>
                  <a:cubicBezTo>
                    <a:pt x="12287" y="7154"/>
                    <a:pt x="12053" y="3552"/>
                    <a:pt x="9718" y="1450"/>
                  </a:cubicBezTo>
                  <a:cubicBezTo>
                    <a:pt x="8586" y="448"/>
                    <a:pt x="7260" y="0"/>
                    <a:pt x="59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27" name="Google Shape;527;p52"/>
            <p:cNvSpPr/>
            <p:nvPr/>
          </p:nvSpPr>
          <p:spPr>
            <a:xfrm flipH="1">
              <a:off x="5355538" y="4288198"/>
              <a:ext cx="157686" cy="148454"/>
            </a:xfrm>
            <a:custGeom>
              <a:avLst/>
              <a:gdLst/>
              <a:ahLst/>
              <a:cxnLst/>
              <a:rect l="l" t="t" r="r" b="b"/>
              <a:pathLst>
                <a:path w="5705" h="5371" extrusionOk="0">
                  <a:moveTo>
                    <a:pt x="3341" y="1136"/>
                  </a:moveTo>
                  <a:cubicBezTo>
                    <a:pt x="3464" y="1136"/>
                    <a:pt x="3607" y="1179"/>
                    <a:pt x="3770" y="1268"/>
                  </a:cubicBezTo>
                  <a:lnTo>
                    <a:pt x="3069" y="2035"/>
                  </a:lnTo>
                  <a:cubicBezTo>
                    <a:pt x="2902" y="1835"/>
                    <a:pt x="2869" y="1568"/>
                    <a:pt x="2969" y="1334"/>
                  </a:cubicBezTo>
                  <a:cubicBezTo>
                    <a:pt x="3062" y="1204"/>
                    <a:pt x="3186" y="1136"/>
                    <a:pt x="3341" y="1136"/>
                  </a:cubicBezTo>
                  <a:close/>
                  <a:moveTo>
                    <a:pt x="2769" y="3402"/>
                  </a:moveTo>
                  <a:cubicBezTo>
                    <a:pt x="2902" y="3569"/>
                    <a:pt x="2936" y="3836"/>
                    <a:pt x="2836" y="4036"/>
                  </a:cubicBezTo>
                  <a:cubicBezTo>
                    <a:pt x="2763" y="4163"/>
                    <a:pt x="2652" y="4221"/>
                    <a:pt x="2512" y="4221"/>
                  </a:cubicBezTo>
                  <a:cubicBezTo>
                    <a:pt x="2393" y="4221"/>
                    <a:pt x="2254" y="4179"/>
                    <a:pt x="2102" y="4103"/>
                  </a:cubicBezTo>
                  <a:lnTo>
                    <a:pt x="2769" y="3402"/>
                  </a:lnTo>
                  <a:close/>
                  <a:moveTo>
                    <a:pt x="4970" y="0"/>
                  </a:moveTo>
                  <a:lnTo>
                    <a:pt x="4437" y="567"/>
                  </a:lnTo>
                  <a:cubicBezTo>
                    <a:pt x="3980" y="236"/>
                    <a:pt x="3538" y="69"/>
                    <a:pt x="3146" y="69"/>
                  </a:cubicBezTo>
                  <a:cubicBezTo>
                    <a:pt x="2708" y="69"/>
                    <a:pt x="2332" y="278"/>
                    <a:pt x="2068" y="701"/>
                  </a:cubicBezTo>
                  <a:cubicBezTo>
                    <a:pt x="1601" y="1434"/>
                    <a:pt x="2002" y="2168"/>
                    <a:pt x="2402" y="2769"/>
                  </a:cubicBezTo>
                  <a:lnTo>
                    <a:pt x="1568" y="3636"/>
                  </a:lnTo>
                  <a:cubicBezTo>
                    <a:pt x="1201" y="3269"/>
                    <a:pt x="968" y="2802"/>
                    <a:pt x="834" y="2302"/>
                  </a:cubicBezTo>
                  <a:lnTo>
                    <a:pt x="0" y="2769"/>
                  </a:lnTo>
                  <a:cubicBezTo>
                    <a:pt x="167" y="3336"/>
                    <a:pt x="501" y="3869"/>
                    <a:pt x="901" y="4303"/>
                  </a:cubicBezTo>
                  <a:lnTo>
                    <a:pt x="367" y="4904"/>
                  </a:lnTo>
                  <a:lnTo>
                    <a:pt x="901" y="5371"/>
                  </a:lnTo>
                  <a:lnTo>
                    <a:pt x="1435" y="4804"/>
                  </a:lnTo>
                  <a:cubicBezTo>
                    <a:pt x="1871" y="5131"/>
                    <a:pt x="2308" y="5298"/>
                    <a:pt x="2700" y="5298"/>
                  </a:cubicBezTo>
                  <a:cubicBezTo>
                    <a:pt x="3147" y="5298"/>
                    <a:pt x="3536" y="5081"/>
                    <a:pt x="3803" y="4637"/>
                  </a:cubicBezTo>
                  <a:cubicBezTo>
                    <a:pt x="4237" y="3936"/>
                    <a:pt x="3836" y="3236"/>
                    <a:pt x="3469" y="2635"/>
                  </a:cubicBezTo>
                  <a:lnTo>
                    <a:pt x="4337" y="1735"/>
                  </a:lnTo>
                  <a:cubicBezTo>
                    <a:pt x="4603" y="2001"/>
                    <a:pt x="4804" y="2368"/>
                    <a:pt x="4937" y="2735"/>
                  </a:cubicBezTo>
                  <a:lnTo>
                    <a:pt x="5704" y="2268"/>
                  </a:lnTo>
                  <a:cubicBezTo>
                    <a:pt x="5537" y="1835"/>
                    <a:pt x="5304" y="1401"/>
                    <a:pt x="4970" y="1067"/>
                  </a:cubicBezTo>
                  <a:lnTo>
                    <a:pt x="5504" y="500"/>
                  </a:lnTo>
                  <a:lnTo>
                    <a:pt x="49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28" name="Google Shape;528;p52"/>
            <p:cNvSpPr/>
            <p:nvPr/>
          </p:nvSpPr>
          <p:spPr>
            <a:xfrm flipH="1">
              <a:off x="7172811" y="4481350"/>
              <a:ext cx="213021" cy="54202"/>
            </a:xfrm>
            <a:custGeom>
              <a:avLst/>
              <a:gdLst/>
              <a:ahLst/>
              <a:cxnLst/>
              <a:rect l="l" t="t" r="r" b="b"/>
              <a:pathLst>
                <a:path w="7707" h="1961" extrusionOk="0">
                  <a:moveTo>
                    <a:pt x="3210" y="1"/>
                  </a:moveTo>
                  <a:cubicBezTo>
                    <a:pt x="1411" y="1"/>
                    <a:pt x="64" y="343"/>
                    <a:pt x="34" y="818"/>
                  </a:cubicBezTo>
                  <a:cubicBezTo>
                    <a:pt x="1" y="1351"/>
                    <a:pt x="1702" y="1852"/>
                    <a:pt x="3804" y="1952"/>
                  </a:cubicBezTo>
                  <a:cubicBezTo>
                    <a:pt x="3985" y="1957"/>
                    <a:pt x="4164" y="1960"/>
                    <a:pt x="4339" y="1960"/>
                  </a:cubicBezTo>
                  <a:cubicBezTo>
                    <a:pt x="6221" y="1960"/>
                    <a:pt x="7673" y="1639"/>
                    <a:pt x="7673" y="1151"/>
                  </a:cubicBezTo>
                  <a:cubicBezTo>
                    <a:pt x="7706" y="618"/>
                    <a:pt x="6005" y="84"/>
                    <a:pt x="3904" y="17"/>
                  </a:cubicBezTo>
                  <a:cubicBezTo>
                    <a:pt x="3666" y="6"/>
                    <a:pt x="3435" y="1"/>
                    <a:pt x="32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29" name="Google Shape;529;p52"/>
            <p:cNvSpPr/>
            <p:nvPr/>
          </p:nvSpPr>
          <p:spPr>
            <a:xfrm flipH="1">
              <a:off x="7172811" y="4477203"/>
              <a:ext cx="212082" cy="35987"/>
            </a:xfrm>
            <a:custGeom>
              <a:avLst/>
              <a:gdLst/>
              <a:ahLst/>
              <a:cxnLst/>
              <a:rect l="l" t="t" r="r" b="b"/>
              <a:pathLst>
                <a:path w="7673" h="1302" extrusionOk="0">
                  <a:moveTo>
                    <a:pt x="34" y="0"/>
                  </a:moveTo>
                  <a:lnTo>
                    <a:pt x="0" y="968"/>
                  </a:lnTo>
                  <a:lnTo>
                    <a:pt x="7639" y="1301"/>
                  </a:lnTo>
                  <a:lnTo>
                    <a:pt x="7672" y="334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30" name="Google Shape;530;p52"/>
            <p:cNvSpPr/>
            <p:nvPr/>
          </p:nvSpPr>
          <p:spPr>
            <a:xfrm flipH="1">
              <a:off x="7171899" y="4454621"/>
              <a:ext cx="212994" cy="54396"/>
            </a:xfrm>
            <a:custGeom>
              <a:avLst/>
              <a:gdLst/>
              <a:ahLst/>
              <a:cxnLst/>
              <a:rect l="l" t="t" r="r" b="b"/>
              <a:pathLst>
                <a:path w="7706" h="1968" extrusionOk="0">
                  <a:moveTo>
                    <a:pt x="3209" y="0"/>
                  </a:moveTo>
                  <a:cubicBezTo>
                    <a:pt x="1411" y="0"/>
                    <a:pt x="63" y="343"/>
                    <a:pt x="34" y="817"/>
                  </a:cubicBezTo>
                  <a:cubicBezTo>
                    <a:pt x="0" y="1351"/>
                    <a:pt x="1701" y="1851"/>
                    <a:pt x="3836" y="1951"/>
                  </a:cubicBezTo>
                  <a:cubicBezTo>
                    <a:pt x="4070" y="1963"/>
                    <a:pt x="4299" y="1968"/>
                    <a:pt x="4521" y="1968"/>
                  </a:cubicBezTo>
                  <a:cubicBezTo>
                    <a:pt x="6302" y="1968"/>
                    <a:pt x="7672" y="1625"/>
                    <a:pt x="7672" y="1151"/>
                  </a:cubicBezTo>
                  <a:cubicBezTo>
                    <a:pt x="7706" y="584"/>
                    <a:pt x="6004" y="83"/>
                    <a:pt x="3903" y="17"/>
                  </a:cubicBezTo>
                  <a:cubicBezTo>
                    <a:pt x="3666" y="6"/>
                    <a:pt x="3434" y="0"/>
                    <a:pt x="3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31" name="Google Shape;531;p52"/>
            <p:cNvSpPr/>
            <p:nvPr/>
          </p:nvSpPr>
          <p:spPr>
            <a:xfrm flipH="1">
              <a:off x="7185719" y="4462084"/>
              <a:ext cx="184442" cy="25291"/>
            </a:xfrm>
            <a:custGeom>
              <a:avLst/>
              <a:gdLst/>
              <a:ahLst/>
              <a:cxnLst/>
              <a:rect l="l" t="t" r="r" b="b"/>
              <a:pathLst>
                <a:path w="6673" h="915" extrusionOk="0">
                  <a:moveTo>
                    <a:pt x="2682" y="1"/>
                  </a:moveTo>
                  <a:cubicBezTo>
                    <a:pt x="1167" y="1"/>
                    <a:pt x="1" y="194"/>
                    <a:pt x="1" y="514"/>
                  </a:cubicBezTo>
                  <a:cubicBezTo>
                    <a:pt x="1" y="547"/>
                    <a:pt x="1" y="581"/>
                    <a:pt x="34" y="614"/>
                  </a:cubicBezTo>
                  <a:cubicBezTo>
                    <a:pt x="226" y="367"/>
                    <a:pt x="1232" y="188"/>
                    <a:pt x="2511" y="188"/>
                  </a:cubicBezTo>
                  <a:cubicBezTo>
                    <a:pt x="2786" y="188"/>
                    <a:pt x="3075" y="196"/>
                    <a:pt x="3370" y="214"/>
                  </a:cubicBezTo>
                  <a:cubicBezTo>
                    <a:pt x="5038" y="280"/>
                    <a:pt x="6405" y="581"/>
                    <a:pt x="6639" y="914"/>
                  </a:cubicBezTo>
                  <a:cubicBezTo>
                    <a:pt x="6672" y="881"/>
                    <a:pt x="6672" y="848"/>
                    <a:pt x="6672" y="814"/>
                  </a:cubicBezTo>
                  <a:cubicBezTo>
                    <a:pt x="6672" y="447"/>
                    <a:pt x="5205" y="80"/>
                    <a:pt x="3370" y="14"/>
                  </a:cubicBezTo>
                  <a:cubicBezTo>
                    <a:pt x="3135" y="5"/>
                    <a:pt x="2905" y="1"/>
                    <a:pt x="26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32" name="Google Shape;532;p52"/>
            <p:cNvSpPr/>
            <p:nvPr/>
          </p:nvSpPr>
          <p:spPr>
            <a:xfrm flipH="1">
              <a:off x="7194951" y="4440773"/>
              <a:ext cx="212082" cy="54202"/>
            </a:xfrm>
            <a:custGeom>
              <a:avLst/>
              <a:gdLst/>
              <a:ahLst/>
              <a:cxnLst/>
              <a:rect l="l" t="t" r="r" b="b"/>
              <a:pathLst>
                <a:path w="7673" h="1961" extrusionOk="0">
                  <a:moveTo>
                    <a:pt x="3175" y="1"/>
                  </a:moveTo>
                  <a:cubicBezTo>
                    <a:pt x="1371" y="1"/>
                    <a:pt x="1" y="344"/>
                    <a:pt x="1" y="818"/>
                  </a:cubicBezTo>
                  <a:cubicBezTo>
                    <a:pt x="1" y="1352"/>
                    <a:pt x="1668" y="1852"/>
                    <a:pt x="3770" y="1952"/>
                  </a:cubicBezTo>
                  <a:cubicBezTo>
                    <a:pt x="3952" y="1958"/>
                    <a:pt x="4130" y="1961"/>
                    <a:pt x="4305" y="1961"/>
                  </a:cubicBezTo>
                  <a:cubicBezTo>
                    <a:pt x="6182" y="1961"/>
                    <a:pt x="7609" y="1640"/>
                    <a:pt x="7639" y="1152"/>
                  </a:cubicBezTo>
                  <a:cubicBezTo>
                    <a:pt x="7673" y="618"/>
                    <a:pt x="5972" y="84"/>
                    <a:pt x="3870" y="17"/>
                  </a:cubicBezTo>
                  <a:cubicBezTo>
                    <a:pt x="3633" y="6"/>
                    <a:pt x="3401" y="1"/>
                    <a:pt x="31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33" name="Google Shape;533;p52"/>
            <p:cNvSpPr/>
            <p:nvPr/>
          </p:nvSpPr>
          <p:spPr>
            <a:xfrm flipH="1">
              <a:off x="7194951" y="4435715"/>
              <a:ext cx="212994" cy="35987"/>
            </a:xfrm>
            <a:custGeom>
              <a:avLst/>
              <a:gdLst/>
              <a:ahLst/>
              <a:cxnLst/>
              <a:rect l="l" t="t" r="r" b="b"/>
              <a:pathLst>
                <a:path w="7706" h="1302" extrusionOk="0">
                  <a:moveTo>
                    <a:pt x="67" y="0"/>
                  </a:moveTo>
                  <a:lnTo>
                    <a:pt x="0" y="1001"/>
                  </a:lnTo>
                  <a:lnTo>
                    <a:pt x="7672" y="1301"/>
                  </a:lnTo>
                  <a:lnTo>
                    <a:pt x="7706" y="33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34" name="Google Shape;534;p52"/>
            <p:cNvSpPr/>
            <p:nvPr/>
          </p:nvSpPr>
          <p:spPr>
            <a:xfrm flipH="1">
              <a:off x="7193099" y="4414045"/>
              <a:ext cx="212082" cy="54423"/>
            </a:xfrm>
            <a:custGeom>
              <a:avLst/>
              <a:gdLst/>
              <a:ahLst/>
              <a:cxnLst/>
              <a:rect l="l" t="t" r="r" b="b"/>
              <a:pathLst>
                <a:path w="7673" h="1969" extrusionOk="0">
                  <a:moveTo>
                    <a:pt x="3175" y="1"/>
                  </a:moveTo>
                  <a:cubicBezTo>
                    <a:pt x="1371" y="1"/>
                    <a:pt x="0" y="343"/>
                    <a:pt x="0" y="818"/>
                  </a:cubicBezTo>
                  <a:cubicBezTo>
                    <a:pt x="0" y="1351"/>
                    <a:pt x="1668" y="1852"/>
                    <a:pt x="3770" y="1952"/>
                  </a:cubicBezTo>
                  <a:cubicBezTo>
                    <a:pt x="4007" y="1963"/>
                    <a:pt x="4239" y="1968"/>
                    <a:pt x="4464" y="1968"/>
                  </a:cubicBezTo>
                  <a:cubicBezTo>
                    <a:pt x="6262" y="1968"/>
                    <a:pt x="7609" y="1626"/>
                    <a:pt x="7639" y="1151"/>
                  </a:cubicBezTo>
                  <a:cubicBezTo>
                    <a:pt x="7672" y="584"/>
                    <a:pt x="5971" y="84"/>
                    <a:pt x="3870" y="17"/>
                  </a:cubicBezTo>
                  <a:cubicBezTo>
                    <a:pt x="3633" y="6"/>
                    <a:pt x="3400" y="1"/>
                    <a:pt x="3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35" name="Google Shape;535;p52"/>
            <p:cNvSpPr/>
            <p:nvPr/>
          </p:nvSpPr>
          <p:spPr>
            <a:xfrm flipH="1">
              <a:off x="7207859" y="4421536"/>
              <a:ext cx="184414" cy="25263"/>
            </a:xfrm>
            <a:custGeom>
              <a:avLst/>
              <a:gdLst/>
              <a:ahLst/>
              <a:cxnLst/>
              <a:rect l="l" t="t" r="r" b="b"/>
              <a:pathLst>
                <a:path w="6672" h="914" extrusionOk="0">
                  <a:moveTo>
                    <a:pt x="2682" y="0"/>
                  </a:moveTo>
                  <a:cubicBezTo>
                    <a:pt x="1167" y="0"/>
                    <a:pt x="0" y="193"/>
                    <a:pt x="0" y="513"/>
                  </a:cubicBezTo>
                  <a:cubicBezTo>
                    <a:pt x="0" y="547"/>
                    <a:pt x="0" y="580"/>
                    <a:pt x="34" y="613"/>
                  </a:cubicBezTo>
                  <a:cubicBezTo>
                    <a:pt x="226" y="366"/>
                    <a:pt x="1231" y="187"/>
                    <a:pt x="2510" y="187"/>
                  </a:cubicBezTo>
                  <a:cubicBezTo>
                    <a:pt x="2786" y="187"/>
                    <a:pt x="3074" y="195"/>
                    <a:pt x="3369" y="213"/>
                  </a:cubicBezTo>
                  <a:cubicBezTo>
                    <a:pt x="5037" y="280"/>
                    <a:pt x="6405" y="580"/>
                    <a:pt x="6638" y="914"/>
                  </a:cubicBezTo>
                  <a:cubicBezTo>
                    <a:pt x="6638" y="880"/>
                    <a:pt x="6672" y="847"/>
                    <a:pt x="6672" y="813"/>
                  </a:cubicBezTo>
                  <a:cubicBezTo>
                    <a:pt x="6672" y="447"/>
                    <a:pt x="5204" y="80"/>
                    <a:pt x="3369" y="13"/>
                  </a:cubicBezTo>
                  <a:cubicBezTo>
                    <a:pt x="3134" y="4"/>
                    <a:pt x="2904" y="0"/>
                    <a:pt x="2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36" name="Google Shape;536;p52"/>
            <p:cNvSpPr/>
            <p:nvPr/>
          </p:nvSpPr>
          <p:spPr>
            <a:xfrm flipH="1">
              <a:off x="7192187" y="4391343"/>
              <a:ext cx="212082" cy="54202"/>
            </a:xfrm>
            <a:custGeom>
              <a:avLst/>
              <a:gdLst/>
              <a:ahLst/>
              <a:cxnLst/>
              <a:rect l="l" t="t" r="r" b="b"/>
              <a:pathLst>
                <a:path w="7673" h="1961" extrusionOk="0">
                  <a:moveTo>
                    <a:pt x="3176" y="1"/>
                  </a:moveTo>
                  <a:cubicBezTo>
                    <a:pt x="1378" y="1"/>
                    <a:pt x="30" y="344"/>
                    <a:pt x="1" y="818"/>
                  </a:cubicBezTo>
                  <a:cubicBezTo>
                    <a:pt x="1" y="1352"/>
                    <a:pt x="1669" y="1852"/>
                    <a:pt x="3770" y="1952"/>
                  </a:cubicBezTo>
                  <a:cubicBezTo>
                    <a:pt x="3952" y="1958"/>
                    <a:pt x="4131" y="1961"/>
                    <a:pt x="4306" y="1961"/>
                  </a:cubicBezTo>
                  <a:cubicBezTo>
                    <a:pt x="6188" y="1961"/>
                    <a:pt x="7639" y="1640"/>
                    <a:pt x="7639" y="1152"/>
                  </a:cubicBezTo>
                  <a:cubicBezTo>
                    <a:pt x="7673" y="618"/>
                    <a:pt x="5972" y="84"/>
                    <a:pt x="3870" y="17"/>
                  </a:cubicBezTo>
                  <a:cubicBezTo>
                    <a:pt x="3633" y="6"/>
                    <a:pt x="3401" y="1"/>
                    <a:pt x="3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37" name="Google Shape;537;p52"/>
            <p:cNvSpPr/>
            <p:nvPr/>
          </p:nvSpPr>
          <p:spPr>
            <a:xfrm flipH="1">
              <a:off x="7192187" y="4386847"/>
              <a:ext cx="212082" cy="35987"/>
            </a:xfrm>
            <a:custGeom>
              <a:avLst/>
              <a:gdLst/>
              <a:ahLst/>
              <a:cxnLst/>
              <a:rect l="l" t="t" r="r" b="b"/>
              <a:pathLst>
                <a:path w="7673" h="1302" extrusionOk="0">
                  <a:moveTo>
                    <a:pt x="34" y="0"/>
                  </a:moveTo>
                  <a:lnTo>
                    <a:pt x="1" y="1001"/>
                  </a:lnTo>
                  <a:lnTo>
                    <a:pt x="7639" y="1301"/>
                  </a:lnTo>
                  <a:lnTo>
                    <a:pt x="7673" y="334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38" name="Google Shape;538;p52"/>
            <p:cNvSpPr/>
            <p:nvPr/>
          </p:nvSpPr>
          <p:spPr>
            <a:xfrm flipH="1">
              <a:off x="7191247" y="4365177"/>
              <a:ext cx="212082" cy="54423"/>
            </a:xfrm>
            <a:custGeom>
              <a:avLst/>
              <a:gdLst/>
              <a:ahLst/>
              <a:cxnLst/>
              <a:rect l="l" t="t" r="r" b="b"/>
              <a:pathLst>
                <a:path w="7673" h="1969" extrusionOk="0">
                  <a:moveTo>
                    <a:pt x="3184" y="1"/>
                  </a:moveTo>
                  <a:cubicBezTo>
                    <a:pt x="1404" y="1"/>
                    <a:pt x="30" y="343"/>
                    <a:pt x="0" y="818"/>
                  </a:cubicBezTo>
                  <a:cubicBezTo>
                    <a:pt x="0" y="1351"/>
                    <a:pt x="1668" y="1852"/>
                    <a:pt x="3803" y="1952"/>
                  </a:cubicBezTo>
                  <a:cubicBezTo>
                    <a:pt x="4036" y="1963"/>
                    <a:pt x="4265" y="1968"/>
                    <a:pt x="4488" y="1968"/>
                  </a:cubicBezTo>
                  <a:cubicBezTo>
                    <a:pt x="6268" y="1968"/>
                    <a:pt x="7639" y="1626"/>
                    <a:pt x="7639" y="1151"/>
                  </a:cubicBezTo>
                  <a:cubicBezTo>
                    <a:pt x="7672" y="584"/>
                    <a:pt x="5971" y="84"/>
                    <a:pt x="3869" y="17"/>
                  </a:cubicBezTo>
                  <a:cubicBezTo>
                    <a:pt x="3636" y="6"/>
                    <a:pt x="3407" y="1"/>
                    <a:pt x="31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39" name="Google Shape;539;p52"/>
            <p:cNvSpPr/>
            <p:nvPr/>
          </p:nvSpPr>
          <p:spPr>
            <a:xfrm flipH="1">
              <a:off x="7205094" y="4372695"/>
              <a:ext cx="184414" cy="25235"/>
            </a:xfrm>
            <a:custGeom>
              <a:avLst/>
              <a:gdLst/>
              <a:ahLst/>
              <a:cxnLst/>
              <a:rect l="l" t="t" r="r" b="b"/>
              <a:pathLst>
                <a:path w="6672" h="913" extrusionOk="0">
                  <a:moveTo>
                    <a:pt x="2747" y="1"/>
                  </a:moveTo>
                  <a:cubicBezTo>
                    <a:pt x="1201" y="1"/>
                    <a:pt x="0" y="217"/>
                    <a:pt x="0" y="512"/>
                  </a:cubicBezTo>
                  <a:cubicBezTo>
                    <a:pt x="0" y="546"/>
                    <a:pt x="0" y="579"/>
                    <a:pt x="34" y="612"/>
                  </a:cubicBezTo>
                  <a:cubicBezTo>
                    <a:pt x="226" y="365"/>
                    <a:pt x="1231" y="186"/>
                    <a:pt x="2511" y="186"/>
                  </a:cubicBezTo>
                  <a:cubicBezTo>
                    <a:pt x="2786" y="186"/>
                    <a:pt x="3074" y="194"/>
                    <a:pt x="3369" y="212"/>
                  </a:cubicBezTo>
                  <a:cubicBezTo>
                    <a:pt x="5037" y="279"/>
                    <a:pt x="6405" y="579"/>
                    <a:pt x="6638" y="913"/>
                  </a:cubicBezTo>
                  <a:cubicBezTo>
                    <a:pt x="6672" y="879"/>
                    <a:pt x="6672" y="846"/>
                    <a:pt x="6672" y="812"/>
                  </a:cubicBezTo>
                  <a:cubicBezTo>
                    <a:pt x="6672" y="446"/>
                    <a:pt x="5204" y="79"/>
                    <a:pt x="3369" y="12"/>
                  </a:cubicBezTo>
                  <a:cubicBezTo>
                    <a:pt x="3157" y="4"/>
                    <a:pt x="2949" y="1"/>
                    <a:pt x="27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40" name="Google Shape;540;p52"/>
            <p:cNvSpPr/>
            <p:nvPr/>
          </p:nvSpPr>
          <p:spPr>
            <a:xfrm flipH="1">
              <a:off x="7214299" y="4351357"/>
              <a:ext cx="212082" cy="54174"/>
            </a:xfrm>
            <a:custGeom>
              <a:avLst/>
              <a:gdLst/>
              <a:ahLst/>
              <a:cxnLst/>
              <a:rect l="l" t="t" r="r" b="b"/>
              <a:pathLst>
                <a:path w="7673" h="1960" extrusionOk="0">
                  <a:moveTo>
                    <a:pt x="3175" y="0"/>
                  </a:moveTo>
                  <a:cubicBezTo>
                    <a:pt x="1371" y="0"/>
                    <a:pt x="0" y="343"/>
                    <a:pt x="0" y="817"/>
                  </a:cubicBezTo>
                  <a:cubicBezTo>
                    <a:pt x="0" y="1351"/>
                    <a:pt x="1668" y="1851"/>
                    <a:pt x="3769" y="1951"/>
                  </a:cubicBezTo>
                  <a:cubicBezTo>
                    <a:pt x="3951" y="1957"/>
                    <a:pt x="4130" y="1960"/>
                    <a:pt x="4305" y="1960"/>
                  </a:cubicBezTo>
                  <a:cubicBezTo>
                    <a:pt x="6182" y="1960"/>
                    <a:pt x="7608" y="1639"/>
                    <a:pt x="7639" y="1151"/>
                  </a:cubicBezTo>
                  <a:cubicBezTo>
                    <a:pt x="7672" y="617"/>
                    <a:pt x="5971" y="83"/>
                    <a:pt x="3870" y="17"/>
                  </a:cubicBezTo>
                  <a:cubicBezTo>
                    <a:pt x="3632" y="6"/>
                    <a:pt x="3400" y="0"/>
                    <a:pt x="31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41" name="Google Shape;541;p52"/>
            <p:cNvSpPr/>
            <p:nvPr/>
          </p:nvSpPr>
          <p:spPr>
            <a:xfrm flipH="1">
              <a:off x="7214299" y="4347183"/>
              <a:ext cx="212082" cy="35075"/>
            </a:xfrm>
            <a:custGeom>
              <a:avLst/>
              <a:gdLst/>
              <a:ahLst/>
              <a:cxnLst/>
              <a:rect l="l" t="t" r="r" b="b"/>
              <a:pathLst>
                <a:path w="7673" h="1269" extrusionOk="0">
                  <a:moveTo>
                    <a:pt x="33" y="1"/>
                  </a:moveTo>
                  <a:lnTo>
                    <a:pt x="0" y="968"/>
                  </a:lnTo>
                  <a:lnTo>
                    <a:pt x="7639" y="1268"/>
                  </a:lnTo>
                  <a:lnTo>
                    <a:pt x="7672" y="301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42" name="Google Shape;542;p52"/>
            <p:cNvSpPr/>
            <p:nvPr/>
          </p:nvSpPr>
          <p:spPr>
            <a:xfrm flipH="1">
              <a:off x="7213387" y="4324601"/>
              <a:ext cx="212994" cy="54423"/>
            </a:xfrm>
            <a:custGeom>
              <a:avLst/>
              <a:gdLst/>
              <a:ahLst/>
              <a:cxnLst/>
              <a:rect l="l" t="t" r="r" b="b"/>
              <a:pathLst>
                <a:path w="7706" h="1969" extrusionOk="0">
                  <a:moveTo>
                    <a:pt x="3218" y="1"/>
                  </a:moveTo>
                  <a:cubicBezTo>
                    <a:pt x="1437" y="1"/>
                    <a:pt x="63" y="344"/>
                    <a:pt x="33" y="818"/>
                  </a:cubicBezTo>
                  <a:cubicBezTo>
                    <a:pt x="0" y="1352"/>
                    <a:pt x="1701" y="1852"/>
                    <a:pt x="3803" y="1952"/>
                  </a:cubicBezTo>
                  <a:cubicBezTo>
                    <a:pt x="4040" y="1963"/>
                    <a:pt x="4272" y="1969"/>
                    <a:pt x="4498" y="1969"/>
                  </a:cubicBezTo>
                  <a:cubicBezTo>
                    <a:pt x="6302" y="1969"/>
                    <a:pt x="7672" y="1626"/>
                    <a:pt x="7672" y="1151"/>
                  </a:cubicBezTo>
                  <a:cubicBezTo>
                    <a:pt x="7706" y="618"/>
                    <a:pt x="6004" y="117"/>
                    <a:pt x="3903" y="17"/>
                  </a:cubicBezTo>
                  <a:cubicBezTo>
                    <a:pt x="3669" y="6"/>
                    <a:pt x="3440" y="1"/>
                    <a:pt x="32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43" name="Google Shape;543;p52"/>
            <p:cNvSpPr/>
            <p:nvPr/>
          </p:nvSpPr>
          <p:spPr>
            <a:xfrm flipH="1">
              <a:off x="7227207" y="4332119"/>
              <a:ext cx="184442" cy="25235"/>
            </a:xfrm>
            <a:custGeom>
              <a:avLst/>
              <a:gdLst/>
              <a:ahLst/>
              <a:cxnLst/>
              <a:rect l="l" t="t" r="r" b="b"/>
              <a:pathLst>
                <a:path w="6673" h="913" extrusionOk="0">
                  <a:moveTo>
                    <a:pt x="2748" y="1"/>
                  </a:moveTo>
                  <a:cubicBezTo>
                    <a:pt x="1201" y="1"/>
                    <a:pt x="1" y="218"/>
                    <a:pt x="1" y="513"/>
                  </a:cubicBezTo>
                  <a:cubicBezTo>
                    <a:pt x="1" y="546"/>
                    <a:pt x="1" y="579"/>
                    <a:pt x="34" y="613"/>
                  </a:cubicBezTo>
                  <a:cubicBezTo>
                    <a:pt x="226" y="366"/>
                    <a:pt x="1232" y="186"/>
                    <a:pt x="2511" y="186"/>
                  </a:cubicBezTo>
                  <a:cubicBezTo>
                    <a:pt x="2786" y="186"/>
                    <a:pt x="3074" y="195"/>
                    <a:pt x="3370" y="212"/>
                  </a:cubicBezTo>
                  <a:cubicBezTo>
                    <a:pt x="5038" y="279"/>
                    <a:pt x="6405" y="579"/>
                    <a:pt x="6639" y="913"/>
                  </a:cubicBezTo>
                  <a:cubicBezTo>
                    <a:pt x="6639" y="879"/>
                    <a:pt x="6672" y="846"/>
                    <a:pt x="6672" y="813"/>
                  </a:cubicBezTo>
                  <a:cubicBezTo>
                    <a:pt x="6672" y="446"/>
                    <a:pt x="5205" y="79"/>
                    <a:pt x="3370" y="12"/>
                  </a:cubicBezTo>
                  <a:cubicBezTo>
                    <a:pt x="3158" y="4"/>
                    <a:pt x="2950" y="1"/>
                    <a:pt x="27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44" name="Google Shape;544;p52"/>
            <p:cNvSpPr/>
            <p:nvPr/>
          </p:nvSpPr>
          <p:spPr>
            <a:xfrm flipH="1">
              <a:off x="7180191" y="4316530"/>
              <a:ext cx="213021" cy="54893"/>
            </a:xfrm>
            <a:custGeom>
              <a:avLst/>
              <a:gdLst/>
              <a:ahLst/>
              <a:cxnLst/>
              <a:rect l="l" t="t" r="r" b="b"/>
              <a:pathLst>
                <a:path w="7707" h="1986" extrusionOk="0">
                  <a:moveTo>
                    <a:pt x="3344" y="1"/>
                  </a:moveTo>
                  <a:cubicBezTo>
                    <a:pt x="1487" y="1"/>
                    <a:pt x="34" y="324"/>
                    <a:pt x="34" y="843"/>
                  </a:cubicBezTo>
                  <a:cubicBezTo>
                    <a:pt x="1" y="1377"/>
                    <a:pt x="1702" y="1877"/>
                    <a:pt x="3804" y="1977"/>
                  </a:cubicBezTo>
                  <a:cubicBezTo>
                    <a:pt x="3972" y="1982"/>
                    <a:pt x="4138" y="1985"/>
                    <a:pt x="4300" y="1985"/>
                  </a:cubicBezTo>
                  <a:cubicBezTo>
                    <a:pt x="6196" y="1985"/>
                    <a:pt x="7642" y="1635"/>
                    <a:pt x="7673" y="1143"/>
                  </a:cubicBezTo>
                  <a:cubicBezTo>
                    <a:pt x="7706" y="610"/>
                    <a:pt x="6005" y="109"/>
                    <a:pt x="3870" y="9"/>
                  </a:cubicBezTo>
                  <a:cubicBezTo>
                    <a:pt x="3692" y="3"/>
                    <a:pt x="3516" y="1"/>
                    <a:pt x="33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45" name="Google Shape;545;p52"/>
            <p:cNvSpPr/>
            <p:nvPr/>
          </p:nvSpPr>
          <p:spPr>
            <a:xfrm flipH="1">
              <a:off x="7180191" y="4312162"/>
              <a:ext cx="213021" cy="35987"/>
            </a:xfrm>
            <a:custGeom>
              <a:avLst/>
              <a:gdLst/>
              <a:ahLst/>
              <a:cxnLst/>
              <a:rect l="l" t="t" r="r" b="b"/>
              <a:pathLst>
                <a:path w="7707" h="1302" extrusionOk="0">
                  <a:moveTo>
                    <a:pt x="68" y="0"/>
                  </a:moveTo>
                  <a:lnTo>
                    <a:pt x="1" y="968"/>
                  </a:lnTo>
                  <a:lnTo>
                    <a:pt x="7673" y="1301"/>
                  </a:lnTo>
                  <a:lnTo>
                    <a:pt x="7706" y="3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46" name="Google Shape;546;p52"/>
            <p:cNvSpPr/>
            <p:nvPr/>
          </p:nvSpPr>
          <p:spPr>
            <a:xfrm flipH="1">
              <a:off x="7179279" y="4289801"/>
              <a:ext cx="212994" cy="54865"/>
            </a:xfrm>
            <a:custGeom>
              <a:avLst/>
              <a:gdLst/>
              <a:ahLst/>
              <a:cxnLst/>
              <a:rect l="l" t="t" r="r" b="b"/>
              <a:pathLst>
                <a:path w="7706" h="1985" extrusionOk="0">
                  <a:moveTo>
                    <a:pt x="3406" y="1"/>
                  </a:moveTo>
                  <a:cubicBezTo>
                    <a:pt x="1506" y="1"/>
                    <a:pt x="34" y="351"/>
                    <a:pt x="34" y="843"/>
                  </a:cubicBezTo>
                  <a:cubicBezTo>
                    <a:pt x="0" y="1376"/>
                    <a:pt x="1702" y="1877"/>
                    <a:pt x="3803" y="1977"/>
                  </a:cubicBezTo>
                  <a:cubicBezTo>
                    <a:pt x="3971" y="1982"/>
                    <a:pt x="4137" y="1985"/>
                    <a:pt x="4299" y="1985"/>
                  </a:cubicBezTo>
                  <a:cubicBezTo>
                    <a:pt x="6196" y="1985"/>
                    <a:pt x="7642" y="1635"/>
                    <a:pt x="7672" y="1143"/>
                  </a:cubicBezTo>
                  <a:cubicBezTo>
                    <a:pt x="7706" y="609"/>
                    <a:pt x="6005" y="109"/>
                    <a:pt x="3903" y="9"/>
                  </a:cubicBezTo>
                  <a:cubicBezTo>
                    <a:pt x="3735" y="4"/>
                    <a:pt x="3569" y="1"/>
                    <a:pt x="3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47" name="Google Shape;547;p52"/>
            <p:cNvSpPr/>
            <p:nvPr/>
          </p:nvSpPr>
          <p:spPr>
            <a:xfrm flipH="1">
              <a:off x="7193099" y="4297983"/>
              <a:ext cx="185354" cy="25263"/>
            </a:xfrm>
            <a:custGeom>
              <a:avLst/>
              <a:gdLst/>
              <a:ahLst/>
              <a:cxnLst/>
              <a:rect l="l" t="t" r="r" b="b"/>
              <a:pathLst>
                <a:path w="6706" h="914" extrusionOk="0">
                  <a:moveTo>
                    <a:pt x="2711" y="0"/>
                  </a:moveTo>
                  <a:cubicBezTo>
                    <a:pt x="1177" y="0"/>
                    <a:pt x="30" y="197"/>
                    <a:pt x="1" y="547"/>
                  </a:cubicBezTo>
                  <a:cubicBezTo>
                    <a:pt x="1" y="580"/>
                    <a:pt x="34" y="613"/>
                    <a:pt x="34" y="613"/>
                  </a:cubicBezTo>
                  <a:cubicBezTo>
                    <a:pt x="254" y="366"/>
                    <a:pt x="1241" y="187"/>
                    <a:pt x="2513" y="187"/>
                  </a:cubicBezTo>
                  <a:cubicBezTo>
                    <a:pt x="2787" y="187"/>
                    <a:pt x="3074" y="195"/>
                    <a:pt x="3370" y="213"/>
                  </a:cubicBezTo>
                  <a:cubicBezTo>
                    <a:pt x="5038" y="280"/>
                    <a:pt x="6439" y="580"/>
                    <a:pt x="6672" y="914"/>
                  </a:cubicBezTo>
                  <a:cubicBezTo>
                    <a:pt x="6672" y="880"/>
                    <a:pt x="6705" y="847"/>
                    <a:pt x="6705" y="814"/>
                  </a:cubicBezTo>
                  <a:cubicBezTo>
                    <a:pt x="6705" y="480"/>
                    <a:pt x="5238" y="113"/>
                    <a:pt x="3403" y="13"/>
                  </a:cubicBezTo>
                  <a:cubicBezTo>
                    <a:pt x="3166" y="5"/>
                    <a:pt x="2934" y="0"/>
                    <a:pt x="27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48" name="Google Shape;548;p52"/>
            <p:cNvSpPr/>
            <p:nvPr/>
          </p:nvSpPr>
          <p:spPr>
            <a:xfrm flipH="1">
              <a:off x="7333236" y="4438811"/>
              <a:ext cx="212082" cy="73439"/>
            </a:xfrm>
            <a:custGeom>
              <a:avLst/>
              <a:gdLst/>
              <a:ahLst/>
              <a:cxnLst/>
              <a:rect l="l" t="t" r="r" b="b"/>
              <a:pathLst>
                <a:path w="7673" h="2657" extrusionOk="0">
                  <a:moveTo>
                    <a:pt x="6278" y="1"/>
                  </a:moveTo>
                  <a:cubicBezTo>
                    <a:pt x="5565" y="1"/>
                    <a:pt x="4620" y="126"/>
                    <a:pt x="3603" y="389"/>
                  </a:cubicBezTo>
                  <a:cubicBezTo>
                    <a:pt x="1568" y="922"/>
                    <a:pt x="0" y="1756"/>
                    <a:pt x="133" y="2257"/>
                  </a:cubicBezTo>
                  <a:cubicBezTo>
                    <a:pt x="200" y="2523"/>
                    <a:pt x="676" y="2657"/>
                    <a:pt x="1389" y="2657"/>
                  </a:cubicBezTo>
                  <a:cubicBezTo>
                    <a:pt x="2102" y="2657"/>
                    <a:pt x="3052" y="2523"/>
                    <a:pt x="4070" y="2257"/>
                  </a:cubicBezTo>
                  <a:cubicBezTo>
                    <a:pt x="6138" y="1756"/>
                    <a:pt x="7672" y="922"/>
                    <a:pt x="7572" y="389"/>
                  </a:cubicBezTo>
                  <a:cubicBezTo>
                    <a:pt x="7504" y="134"/>
                    <a:pt x="7015" y="1"/>
                    <a:pt x="62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49" name="Google Shape;549;p52"/>
            <p:cNvSpPr/>
            <p:nvPr/>
          </p:nvSpPr>
          <p:spPr>
            <a:xfrm flipH="1">
              <a:off x="7336000" y="4423719"/>
              <a:ext cx="212109" cy="77475"/>
            </a:xfrm>
            <a:custGeom>
              <a:avLst/>
              <a:gdLst/>
              <a:ahLst/>
              <a:cxnLst/>
              <a:rect l="l" t="t" r="r" b="b"/>
              <a:pathLst>
                <a:path w="7674" h="2803" extrusionOk="0">
                  <a:moveTo>
                    <a:pt x="7406" y="1"/>
                  </a:moveTo>
                  <a:lnTo>
                    <a:pt x="1" y="1869"/>
                  </a:lnTo>
                  <a:lnTo>
                    <a:pt x="234" y="2803"/>
                  </a:lnTo>
                  <a:lnTo>
                    <a:pt x="7673" y="935"/>
                  </a:lnTo>
                  <a:lnTo>
                    <a:pt x="740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50" name="Google Shape;550;p52"/>
            <p:cNvSpPr/>
            <p:nvPr/>
          </p:nvSpPr>
          <p:spPr>
            <a:xfrm flipH="1">
              <a:off x="7339703" y="4412995"/>
              <a:ext cx="212082" cy="73439"/>
            </a:xfrm>
            <a:custGeom>
              <a:avLst/>
              <a:gdLst/>
              <a:ahLst/>
              <a:cxnLst/>
              <a:rect l="l" t="t" r="r" b="b"/>
              <a:pathLst>
                <a:path w="7673" h="2657" extrusionOk="0">
                  <a:moveTo>
                    <a:pt x="6262" y="1"/>
                  </a:moveTo>
                  <a:cubicBezTo>
                    <a:pt x="5557" y="1"/>
                    <a:pt x="4621" y="126"/>
                    <a:pt x="3603" y="389"/>
                  </a:cubicBezTo>
                  <a:cubicBezTo>
                    <a:pt x="1568" y="922"/>
                    <a:pt x="1" y="1756"/>
                    <a:pt x="134" y="2257"/>
                  </a:cubicBezTo>
                  <a:cubicBezTo>
                    <a:pt x="201" y="2523"/>
                    <a:pt x="676" y="2657"/>
                    <a:pt x="1389" y="2657"/>
                  </a:cubicBezTo>
                  <a:cubicBezTo>
                    <a:pt x="2102" y="2657"/>
                    <a:pt x="3053" y="2523"/>
                    <a:pt x="4070" y="2257"/>
                  </a:cubicBezTo>
                  <a:cubicBezTo>
                    <a:pt x="6138" y="1723"/>
                    <a:pt x="7673" y="922"/>
                    <a:pt x="7539" y="389"/>
                  </a:cubicBezTo>
                  <a:cubicBezTo>
                    <a:pt x="7471" y="134"/>
                    <a:pt x="6990" y="1"/>
                    <a:pt x="62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51" name="Google Shape;551;p52"/>
            <p:cNvSpPr/>
            <p:nvPr/>
          </p:nvSpPr>
          <p:spPr>
            <a:xfrm flipH="1">
              <a:off x="7356287" y="4419988"/>
              <a:ext cx="181678" cy="53539"/>
            </a:xfrm>
            <a:custGeom>
              <a:avLst/>
              <a:gdLst/>
              <a:ahLst/>
              <a:cxnLst/>
              <a:rect l="l" t="t" r="r" b="b"/>
              <a:pathLst>
                <a:path w="6573" h="1937" extrusionOk="0">
                  <a:moveTo>
                    <a:pt x="5734" y="0"/>
                  </a:moveTo>
                  <a:cubicBezTo>
                    <a:pt x="5103" y="0"/>
                    <a:pt x="4163" y="136"/>
                    <a:pt x="3136" y="402"/>
                  </a:cubicBezTo>
                  <a:cubicBezTo>
                    <a:pt x="1369" y="836"/>
                    <a:pt x="1" y="1503"/>
                    <a:pt x="101" y="1870"/>
                  </a:cubicBezTo>
                  <a:cubicBezTo>
                    <a:pt x="101" y="1870"/>
                    <a:pt x="134" y="1904"/>
                    <a:pt x="134" y="1937"/>
                  </a:cubicBezTo>
                  <a:cubicBezTo>
                    <a:pt x="301" y="1570"/>
                    <a:pt x="1602" y="1003"/>
                    <a:pt x="3203" y="569"/>
                  </a:cubicBezTo>
                  <a:cubicBezTo>
                    <a:pt x="4222" y="320"/>
                    <a:pt x="5151" y="187"/>
                    <a:pt x="5778" y="187"/>
                  </a:cubicBezTo>
                  <a:cubicBezTo>
                    <a:pt x="6157" y="187"/>
                    <a:pt x="6426" y="235"/>
                    <a:pt x="6539" y="336"/>
                  </a:cubicBezTo>
                  <a:cubicBezTo>
                    <a:pt x="6572" y="302"/>
                    <a:pt x="6572" y="269"/>
                    <a:pt x="6539" y="236"/>
                  </a:cubicBezTo>
                  <a:cubicBezTo>
                    <a:pt x="6510" y="78"/>
                    <a:pt x="6210" y="0"/>
                    <a:pt x="57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52" name="Google Shape;552;p52"/>
            <p:cNvSpPr/>
            <p:nvPr/>
          </p:nvSpPr>
          <p:spPr>
            <a:xfrm flipH="1">
              <a:off x="7428208" y="4481350"/>
              <a:ext cx="212082" cy="54202"/>
            </a:xfrm>
            <a:custGeom>
              <a:avLst/>
              <a:gdLst/>
              <a:ahLst/>
              <a:cxnLst/>
              <a:rect l="l" t="t" r="r" b="b"/>
              <a:pathLst>
                <a:path w="7673" h="1961" extrusionOk="0">
                  <a:moveTo>
                    <a:pt x="3185" y="1"/>
                  </a:moveTo>
                  <a:cubicBezTo>
                    <a:pt x="1404" y="1"/>
                    <a:pt x="30" y="343"/>
                    <a:pt x="0" y="818"/>
                  </a:cubicBezTo>
                  <a:cubicBezTo>
                    <a:pt x="0" y="1351"/>
                    <a:pt x="1668" y="1852"/>
                    <a:pt x="3803" y="1952"/>
                  </a:cubicBezTo>
                  <a:cubicBezTo>
                    <a:pt x="3982" y="1957"/>
                    <a:pt x="4158" y="1960"/>
                    <a:pt x="4331" y="1960"/>
                  </a:cubicBezTo>
                  <a:cubicBezTo>
                    <a:pt x="6188" y="1960"/>
                    <a:pt x="7642" y="1639"/>
                    <a:pt x="7672" y="1151"/>
                  </a:cubicBezTo>
                  <a:cubicBezTo>
                    <a:pt x="7672" y="618"/>
                    <a:pt x="6005" y="84"/>
                    <a:pt x="3870" y="17"/>
                  </a:cubicBezTo>
                  <a:cubicBezTo>
                    <a:pt x="3636" y="6"/>
                    <a:pt x="3407" y="1"/>
                    <a:pt x="31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53" name="Google Shape;553;p52"/>
            <p:cNvSpPr/>
            <p:nvPr/>
          </p:nvSpPr>
          <p:spPr>
            <a:xfrm flipH="1">
              <a:off x="7427296" y="4477203"/>
              <a:ext cx="212994" cy="35048"/>
            </a:xfrm>
            <a:custGeom>
              <a:avLst/>
              <a:gdLst/>
              <a:ahLst/>
              <a:cxnLst/>
              <a:rect l="l" t="t" r="r" b="b"/>
              <a:pathLst>
                <a:path w="7706" h="1268" extrusionOk="0">
                  <a:moveTo>
                    <a:pt x="34" y="0"/>
                  </a:moveTo>
                  <a:lnTo>
                    <a:pt x="0" y="968"/>
                  </a:lnTo>
                  <a:lnTo>
                    <a:pt x="7672" y="1268"/>
                  </a:lnTo>
                  <a:lnTo>
                    <a:pt x="7706" y="301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54" name="Google Shape;554;p52"/>
            <p:cNvSpPr/>
            <p:nvPr/>
          </p:nvSpPr>
          <p:spPr>
            <a:xfrm flipH="1">
              <a:off x="7426356" y="4454621"/>
              <a:ext cx="213021" cy="54396"/>
            </a:xfrm>
            <a:custGeom>
              <a:avLst/>
              <a:gdLst/>
              <a:ahLst/>
              <a:cxnLst/>
              <a:rect l="l" t="t" r="r" b="b"/>
              <a:pathLst>
                <a:path w="7707" h="1968" extrusionOk="0">
                  <a:moveTo>
                    <a:pt x="3208" y="0"/>
                  </a:moveTo>
                  <a:cubicBezTo>
                    <a:pt x="1404" y="0"/>
                    <a:pt x="34" y="343"/>
                    <a:pt x="34" y="817"/>
                  </a:cubicBezTo>
                  <a:cubicBezTo>
                    <a:pt x="1" y="1351"/>
                    <a:pt x="1702" y="1851"/>
                    <a:pt x="3803" y="1951"/>
                  </a:cubicBezTo>
                  <a:cubicBezTo>
                    <a:pt x="4041" y="1963"/>
                    <a:pt x="4272" y="1968"/>
                    <a:pt x="4497" y="1968"/>
                  </a:cubicBezTo>
                  <a:cubicBezTo>
                    <a:pt x="6296" y="1968"/>
                    <a:pt x="7643" y="1625"/>
                    <a:pt x="7673" y="1151"/>
                  </a:cubicBezTo>
                  <a:cubicBezTo>
                    <a:pt x="7706" y="584"/>
                    <a:pt x="6005" y="83"/>
                    <a:pt x="3903" y="17"/>
                  </a:cubicBezTo>
                  <a:cubicBezTo>
                    <a:pt x="3666" y="6"/>
                    <a:pt x="3434" y="0"/>
                    <a:pt x="32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55" name="Google Shape;555;p52"/>
            <p:cNvSpPr/>
            <p:nvPr/>
          </p:nvSpPr>
          <p:spPr>
            <a:xfrm flipH="1">
              <a:off x="7440204" y="4462084"/>
              <a:ext cx="185354" cy="25291"/>
            </a:xfrm>
            <a:custGeom>
              <a:avLst/>
              <a:gdLst/>
              <a:ahLst/>
              <a:cxnLst/>
              <a:rect l="l" t="t" r="r" b="b"/>
              <a:pathLst>
                <a:path w="6706" h="915" extrusionOk="0">
                  <a:moveTo>
                    <a:pt x="2706" y="1"/>
                  </a:moveTo>
                  <a:cubicBezTo>
                    <a:pt x="1175" y="1"/>
                    <a:pt x="30" y="194"/>
                    <a:pt x="1" y="514"/>
                  </a:cubicBezTo>
                  <a:cubicBezTo>
                    <a:pt x="1" y="547"/>
                    <a:pt x="34" y="581"/>
                    <a:pt x="34" y="614"/>
                  </a:cubicBezTo>
                  <a:cubicBezTo>
                    <a:pt x="254" y="367"/>
                    <a:pt x="1241" y="188"/>
                    <a:pt x="2514" y="188"/>
                  </a:cubicBezTo>
                  <a:cubicBezTo>
                    <a:pt x="2788" y="188"/>
                    <a:pt x="3075" y="196"/>
                    <a:pt x="3370" y="214"/>
                  </a:cubicBezTo>
                  <a:cubicBezTo>
                    <a:pt x="5038" y="280"/>
                    <a:pt x="6439" y="581"/>
                    <a:pt x="6672" y="914"/>
                  </a:cubicBezTo>
                  <a:cubicBezTo>
                    <a:pt x="6672" y="881"/>
                    <a:pt x="6706" y="848"/>
                    <a:pt x="6706" y="814"/>
                  </a:cubicBezTo>
                  <a:cubicBezTo>
                    <a:pt x="6706" y="447"/>
                    <a:pt x="5238" y="80"/>
                    <a:pt x="3403" y="14"/>
                  </a:cubicBezTo>
                  <a:cubicBezTo>
                    <a:pt x="3164" y="5"/>
                    <a:pt x="2931" y="1"/>
                    <a:pt x="27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56" name="Google Shape;556;p52"/>
            <p:cNvSpPr/>
            <p:nvPr/>
          </p:nvSpPr>
          <p:spPr>
            <a:xfrm flipH="1">
              <a:off x="6329171" y="4479498"/>
              <a:ext cx="219462" cy="55335"/>
            </a:xfrm>
            <a:custGeom>
              <a:avLst/>
              <a:gdLst/>
              <a:ahLst/>
              <a:cxnLst/>
              <a:rect l="l" t="t" r="r" b="b"/>
              <a:pathLst>
                <a:path w="7940" h="2002" extrusionOk="0">
                  <a:moveTo>
                    <a:pt x="3300" y="1"/>
                  </a:moveTo>
                  <a:cubicBezTo>
                    <a:pt x="1465" y="1"/>
                    <a:pt x="63" y="347"/>
                    <a:pt x="33" y="851"/>
                  </a:cubicBezTo>
                  <a:cubicBezTo>
                    <a:pt x="0" y="1385"/>
                    <a:pt x="1768" y="1919"/>
                    <a:pt x="3936" y="1985"/>
                  </a:cubicBezTo>
                  <a:cubicBezTo>
                    <a:pt x="4176" y="1997"/>
                    <a:pt x="4411" y="2002"/>
                    <a:pt x="4639" y="2002"/>
                  </a:cubicBezTo>
                  <a:cubicBezTo>
                    <a:pt x="6474" y="2002"/>
                    <a:pt x="7876" y="1656"/>
                    <a:pt x="7906" y="1152"/>
                  </a:cubicBezTo>
                  <a:cubicBezTo>
                    <a:pt x="7939" y="618"/>
                    <a:pt x="6205" y="84"/>
                    <a:pt x="4003" y="17"/>
                  </a:cubicBezTo>
                  <a:cubicBezTo>
                    <a:pt x="3763" y="6"/>
                    <a:pt x="3528" y="1"/>
                    <a:pt x="33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57" name="Google Shape;557;p52"/>
            <p:cNvSpPr/>
            <p:nvPr/>
          </p:nvSpPr>
          <p:spPr>
            <a:xfrm flipH="1">
              <a:off x="6329171" y="4474439"/>
              <a:ext cx="218549" cy="36899"/>
            </a:xfrm>
            <a:custGeom>
              <a:avLst/>
              <a:gdLst/>
              <a:ahLst/>
              <a:cxnLst/>
              <a:rect l="l" t="t" r="r" b="b"/>
              <a:pathLst>
                <a:path w="7907" h="1335" extrusionOk="0">
                  <a:moveTo>
                    <a:pt x="34" y="0"/>
                  </a:moveTo>
                  <a:lnTo>
                    <a:pt x="0" y="1001"/>
                  </a:lnTo>
                  <a:lnTo>
                    <a:pt x="7873" y="1335"/>
                  </a:lnTo>
                  <a:lnTo>
                    <a:pt x="7906" y="334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58" name="Google Shape;558;p52"/>
            <p:cNvSpPr/>
            <p:nvPr/>
          </p:nvSpPr>
          <p:spPr>
            <a:xfrm flipH="1">
              <a:off x="6328259" y="4451857"/>
              <a:ext cx="218549" cy="55999"/>
            </a:xfrm>
            <a:custGeom>
              <a:avLst/>
              <a:gdLst/>
              <a:ahLst/>
              <a:cxnLst/>
              <a:rect l="l" t="t" r="r" b="b"/>
              <a:pathLst>
                <a:path w="7907" h="2026" extrusionOk="0">
                  <a:moveTo>
                    <a:pt x="3291" y="0"/>
                  </a:moveTo>
                  <a:cubicBezTo>
                    <a:pt x="1433" y="0"/>
                    <a:pt x="34" y="346"/>
                    <a:pt x="34" y="851"/>
                  </a:cubicBezTo>
                  <a:cubicBezTo>
                    <a:pt x="1" y="1384"/>
                    <a:pt x="1735" y="1918"/>
                    <a:pt x="3904" y="2018"/>
                  </a:cubicBezTo>
                  <a:cubicBezTo>
                    <a:pt x="4075" y="2023"/>
                    <a:pt x="4243" y="2026"/>
                    <a:pt x="4409" y="2026"/>
                  </a:cubicBezTo>
                  <a:cubicBezTo>
                    <a:pt x="6345" y="2026"/>
                    <a:pt x="7873" y="1676"/>
                    <a:pt x="7873" y="1184"/>
                  </a:cubicBezTo>
                  <a:cubicBezTo>
                    <a:pt x="7906" y="617"/>
                    <a:pt x="6172" y="117"/>
                    <a:pt x="4004" y="17"/>
                  </a:cubicBezTo>
                  <a:cubicBezTo>
                    <a:pt x="3760" y="6"/>
                    <a:pt x="3522" y="0"/>
                    <a:pt x="32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59" name="Google Shape;559;p52"/>
            <p:cNvSpPr/>
            <p:nvPr/>
          </p:nvSpPr>
          <p:spPr>
            <a:xfrm flipH="1">
              <a:off x="6343019" y="4459099"/>
              <a:ext cx="189030" cy="26424"/>
            </a:xfrm>
            <a:custGeom>
              <a:avLst/>
              <a:gdLst/>
              <a:ahLst/>
              <a:cxnLst/>
              <a:rect l="l" t="t" r="r" b="b"/>
              <a:pathLst>
                <a:path w="6839" h="956" extrusionOk="0">
                  <a:moveTo>
                    <a:pt x="2642" y="0"/>
                  </a:moveTo>
                  <a:cubicBezTo>
                    <a:pt x="1125" y="0"/>
                    <a:pt x="1" y="241"/>
                    <a:pt x="1" y="555"/>
                  </a:cubicBezTo>
                  <a:cubicBezTo>
                    <a:pt x="1" y="589"/>
                    <a:pt x="1" y="622"/>
                    <a:pt x="1" y="655"/>
                  </a:cubicBezTo>
                  <a:cubicBezTo>
                    <a:pt x="228" y="370"/>
                    <a:pt x="1308" y="207"/>
                    <a:pt x="2699" y="207"/>
                  </a:cubicBezTo>
                  <a:cubicBezTo>
                    <a:pt x="2937" y="207"/>
                    <a:pt x="3183" y="212"/>
                    <a:pt x="3436" y="222"/>
                  </a:cubicBezTo>
                  <a:cubicBezTo>
                    <a:pt x="5171" y="288"/>
                    <a:pt x="6572" y="589"/>
                    <a:pt x="6805" y="956"/>
                  </a:cubicBezTo>
                  <a:cubicBezTo>
                    <a:pt x="6839" y="922"/>
                    <a:pt x="6839" y="889"/>
                    <a:pt x="6839" y="855"/>
                  </a:cubicBezTo>
                  <a:cubicBezTo>
                    <a:pt x="6839" y="489"/>
                    <a:pt x="5338" y="122"/>
                    <a:pt x="3436" y="22"/>
                  </a:cubicBezTo>
                  <a:cubicBezTo>
                    <a:pt x="3163" y="7"/>
                    <a:pt x="2897" y="0"/>
                    <a:pt x="264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60" name="Google Shape;560;p52"/>
            <p:cNvSpPr/>
            <p:nvPr/>
          </p:nvSpPr>
          <p:spPr>
            <a:xfrm flipH="1">
              <a:off x="6343019" y="4459099"/>
              <a:ext cx="189030" cy="26424"/>
            </a:xfrm>
            <a:custGeom>
              <a:avLst/>
              <a:gdLst/>
              <a:ahLst/>
              <a:cxnLst/>
              <a:rect l="l" t="t" r="r" b="b"/>
              <a:pathLst>
                <a:path w="6839" h="956" extrusionOk="0">
                  <a:moveTo>
                    <a:pt x="2642" y="0"/>
                  </a:moveTo>
                  <a:cubicBezTo>
                    <a:pt x="1125" y="0"/>
                    <a:pt x="1" y="241"/>
                    <a:pt x="1" y="555"/>
                  </a:cubicBezTo>
                  <a:cubicBezTo>
                    <a:pt x="1" y="589"/>
                    <a:pt x="1" y="622"/>
                    <a:pt x="1" y="655"/>
                  </a:cubicBezTo>
                  <a:cubicBezTo>
                    <a:pt x="228" y="370"/>
                    <a:pt x="1308" y="207"/>
                    <a:pt x="2699" y="207"/>
                  </a:cubicBezTo>
                  <a:cubicBezTo>
                    <a:pt x="2937" y="207"/>
                    <a:pt x="3183" y="212"/>
                    <a:pt x="3436" y="222"/>
                  </a:cubicBezTo>
                  <a:cubicBezTo>
                    <a:pt x="5171" y="288"/>
                    <a:pt x="6572" y="589"/>
                    <a:pt x="6805" y="956"/>
                  </a:cubicBezTo>
                  <a:cubicBezTo>
                    <a:pt x="6839" y="922"/>
                    <a:pt x="6839" y="889"/>
                    <a:pt x="6839" y="855"/>
                  </a:cubicBezTo>
                  <a:cubicBezTo>
                    <a:pt x="6839" y="489"/>
                    <a:pt x="5338" y="122"/>
                    <a:pt x="3436" y="22"/>
                  </a:cubicBezTo>
                  <a:cubicBezTo>
                    <a:pt x="3163" y="7"/>
                    <a:pt x="2897" y="0"/>
                    <a:pt x="264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61" name="Google Shape;561;p52"/>
            <p:cNvSpPr/>
            <p:nvPr/>
          </p:nvSpPr>
          <p:spPr>
            <a:xfrm flipH="1">
              <a:off x="6343931" y="4464821"/>
              <a:ext cx="188118" cy="33085"/>
            </a:xfrm>
            <a:custGeom>
              <a:avLst/>
              <a:gdLst/>
              <a:ahLst/>
              <a:cxnLst/>
              <a:rect l="l" t="t" r="r" b="b"/>
              <a:pathLst>
                <a:path w="6806" h="1197" extrusionOk="0">
                  <a:moveTo>
                    <a:pt x="2699" y="0"/>
                  </a:moveTo>
                  <a:cubicBezTo>
                    <a:pt x="1308" y="0"/>
                    <a:pt x="228" y="163"/>
                    <a:pt x="1" y="448"/>
                  </a:cubicBezTo>
                  <a:cubicBezTo>
                    <a:pt x="267" y="782"/>
                    <a:pt x="1668" y="1115"/>
                    <a:pt x="3403" y="1182"/>
                  </a:cubicBezTo>
                  <a:cubicBezTo>
                    <a:pt x="3651" y="1192"/>
                    <a:pt x="3894" y="1197"/>
                    <a:pt x="4128" y="1197"/>
                  </a:cubicBezTo>
                  <a:cubicBezTo>
                    <a:pt x="5498" y="1197"/>
                    <a:pt x="6577" y="1033"/>
                    <a:pt x="6805" y="749"/>
                  </a:cubicBezTo>
                  <a:cubicBezTo>
                    <a:pt x="6572" y="382"/>
                    <a:pt x="5171" y="81"/>
                    <a:pt x="3436" y="15"/>
                  </a:cubicBezTo>
                  <a:cubicBezTo>
                    <a:pt x="3183" y="5"/>
                    <a:pt x="2937" y="0"/>
                    <a:pt x="26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62" name="Google Shape;562;p52"/>
            <p:cNvSpPr/>
            <p:nvPr/>
          </p:nvSpPr>
          <p:spPr>
            <a:xfrm flipH="1">
              <a:off x="6352224" y="4437125"/>
              <a:ext cx="218549" cy="56220"/>
            </a:xfrm>
            <a:custGeom>
              <a:avLst/>
              <a:gdLst/>
              <a:ahLst/>
              <a:cxnLst/>
              <a:rect l="l" t="t" r="r" b="b"/>
              <a:pathLst>
                <a:path w="7907" h="2034" extrusionOk="0">
                  <a:moveTo>
                    <a:pt x="3341" y="1"/>
                  </a:moveTo>
                  <a:cubicBezTo>
                    <a:pt x="1480" y="1"/>
                    <a:pt x="30" y="372"/>
                    <a:pt x="1" y="850"/>
                  </a:cubicBezTo>
                  <a:cubicBezTo>
                    <a:pt x="1" y="1417"/>
                    <a:pt x="1735" y="1917"/>
                    <a:pt x="3903" y="2017"/>
                  </a:cubicBezTo>
                  <a:cubicBezTo>
                    <a:pt x="4143" y="2028"/>
                    <a:pt x="4379" y="2034"/>
                    <a:pt x="4608" y="2034"/>
                  </a:cubicBezTo>
                  <a:cubicBezTo>
                    <a:pt x="6448" y="2034"/>
                    <a:pt x="7873" y="1688"/>
                    <a:pt x="7873" y="1183"/>
                  </a:cubicBezTo>
                  <a:cubicBezTo>
                    <a:pt x="7906" y="650"/>
                    <a:pt x="6172" y="116"/>
                    <a:pt x="4003" y="16"/>
                  </a:cubicBezTo>
                  <a:cubicBezTo>
                    <a:pt x="3778" y="6"/>
                    <a:pt x="3557" y="1"/>
                    <a:pt x="33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63" name="Google Shape;563;p52"/>
            <p:cNvSpPr/>
            <p:nvPr/>
          </p:nvSpPr>
          <p:spPr>
            <a:xfrm flipH="1">
              <a:off x="6351311" y="4432951"/>
              <a:ext cx="219462" cy="36899"/>
            </a:xfrm>
            <a:custGeom>
              <a:avLst/>
              <a:gdLst/>
              <a:ahLst/>
              <a:cxnLst/>
              <a:rect l="l" t="t" r="r" b="b"/>
              <a:pathLst>
                <a:path w="7940" h="1335" extrusionOk="0">
                  <a:moveTo>
                    <a:pt x="67" y="0"/>
                  </a:moveTo>
                  <a:lnTo>
                    <a:pt x="1" y="1001"/>
                  </a:lnTo>
                  <a:lnTo>
                    <a:pt x="7873" y="1334"/>
                  </a:lnTo>
                  <a:lnTo>
                    <a:pt x="7940" y="33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64" name="Google Shape;564;p52"/>
            <p:cNvSpPr/>
            <p:nvPr/>
          </p:nvSpPr>
          <p:spPr>
            <a:xfrm flipH="1">
              <a:off x="6351311" y="4409678"/>
              <a:ext cx="218549" cy="56026"/>
            </a:xfrm>
            <a:custGeom>
              <a:avLst/>
              <a:gdLst/>
              <a:ahLst/>
              <a:cxnLst/>
              <a:rect l="l" t="t" r="r" b="b"/>
              <a:pathLst>
                <a:path w="7907" h="2027" extrusionOk="0">
                  <a:moveTo>
                    <a:pt x="3499" y="0"/>
                  </a:moveTo>
                  <a:cubicBezTo>
                    <a:pt x="1563" y="0"/>
                    <a:pt x="34" y="351"/>
                    <a:pt x="34" y="842"/>
                  </a:cubicBezTo>
                  <a:cubicBezTo>
                    <a:pt x="1" y="1409"/>
                    <a:pt x="1735" y="1943"/>
                    <a:pt x="3904" y="2010"/>
                  </a:cubicBezTo>
                  <a:cubicBezTo>
                    <a:pt x="4144" y="2021"/>
                    <a:pt x="4379" y="2026"/>
                    <a:pt x="4608" y="2026"/>
                  </a:cubicBezTo>
                  <a:cubicBezTo>
                    <a:pt x="6449" y="2026"/>
                    <a:pt x="7877" y="1680"/>
                    <a:pt x="7907" y="1176"/>
                  </a:cubicBezTo>
                  <a:cubicBezTo>
                    <a:pt x="7907" y="642"/>
                    <a:pt x="6172" y="108"/>
                    <a:pt x="4004" y="8"/>
                  </a:cubicBezTo>
                  <a:cubicBezTo>
                    <a:pt x="3833" y="3"/>
                    <a:pt x="3664" y="0"/>
                    <a:pt x="34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65" name="Google Shape;565;p52"/>
            <p:cNvSpPr/>
            <p:nvPr/>
          </p:nvSpPr>
          <p:spPr>
            <a:xfrm flipH="1">
              <a:off x="6365131" y="4417611"/>
              <a:ext cx="189970" cy="26424"/>
            </a:xfrm>
            <a:custGeom>
              <a:avLst/>
              <a:gdLst/>
              <a:ahLst/>
              <a:cxnLst/>
              <a:rect l="l" t="t" r="r" b="b"/>
              <a:pathLst>
                <a:path w="6873" h="956" extrusionOk="0">
                  <a:moveTo>
                    <a:pt x="2652" y="0"/>
                  </a:moveTo>
                  <a:cubicBezTo>
                    <a:pt x="1150" y="0"/>
                    <a:pt x="1" y="241"/>
                    <a:pt x="1" y="555"/>
                  </a:cubicBezTo>
                  <a:cubicBezTo>
                    <a:pt x="1" y="589"/>
                    <a:pt x="1" y="622"/>
                    <a:pt x="34" y="655"/>
                  </a:cubicBezTo>
                  <a:cubicBezTo>
                    <a:pt x="262" y="370"/>
                    <a:pt x="1342" y="207"/>
                    <a:pt x="2712" y="207"/>
                  </a:cubicBezTo>
                  <a:cubicBezTo>
                    <a:pt x="2946" y="207"/>
                    <a:pt x="3188" y="212"/>
                    <a:pt x="3436" y="222"/>
                  </a:cubicBezTo>
                  <a:cubicBezTo>
                    <a:pt x="5171" y="288"/>
                    <a:pt x="6572" y="589"/>
                    <a:pt x="6805" y="955"/>
                  </a:cubicBezTo>
                  <a:cubicBezTo>
                    <a:pt x="6839" y="922"/>
                    <a:pt x="6872" y="889"/>
                    <a:pt x="6872" y="855"/>
                  </a:cubicBezTo>
                  <a:cubicBezTo>
                    <a:pt x="6872" y="488"/>
                    <a:pt x="5338" y="88"/>
                    <a:pt x="3436" y="21"/>
                  </a:cubicBezTo>
                  <a:cubicBezTo>
                    <a:pt x="3168" y="7"/>
                    <a:pt x="2905" y="0"/>
                    <a:pt x="26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66" name="Google Shape;566;p52"/>
            <p:cNvSpPr/>
            <p:nvPr/>
          </p:nvSpPr>
          <p:spPr>
            <a:xfrm flipH="1">
              <a:off x="6302443" y="4402519"/>
              <a:ext cx="219462" cy="36899"/>
            </a:xfrm>
            <a:custGeom>
              <a:avLst/>
              <a:gdLst/>
              <a:ahLst/>
              <a:cxnLst/>
              <a:rect l="l" t="t" r="r" b="b"/>
              <a:pathLst>
                <a:path w="7940" h="1335" extrusionOk="0">
                  <a:moveTo>
                    <a:pt x="67" y="0"/>
                  </a:moveTo>
                  <a:lnTo>
                    <a:pt x="0" y="1001"/>
                  </a:lnTo>
                  <a:lnTo>
                    <a:pt x="7873" y="1335"/>
                  </a:lnTo>
                  <a:lnTo>
                    <a:pt x="7939" y="33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67" name="Google Shape;567;p52"/>
            <p:cNvSpPr/>
            <p:nvPr/>
          </p:nvSpPr>
          <p:spPr>
            <a:xfrm flipH="1">
              <a:off x="6301531" y="4379052"/>
              <a:ext cx="219462" cy="56220"/>
            </a:xfrm>
            <a:custGeom>
              <a:avLst/>
              <a:gdLst/>
              <a:ahLst/>
              <a:cxnLst/>
              <a:rect l="l" t="t" r="r" b="b"/>
              <a:pathLst>
                <a:path w="7940" h="2034" extrusionOk="0">
                  <a:moveTo>
                    <a:pt x="3342" y="0"/>
                  </a:moveTo>
                  <a:cubicBezTo>
                    <a:pt x="1487" y="0"/>
                    <a:pt x="64" y="371"/>
                    <a:pt x="34" y="849"/>
                  </a:cubicBezTo>
                  <a:cubicBezTo>
                    <a:pt x="1" y="1383"/>
                    <a:pt x="1735" y="1917"/>
                    <a:pt x="3904" y="2017"/>
                  </a:cubicBezTo>
                  <a:cubicBezTo>
                    <a:pt x="4147" y="2028"/>
                    <a:pt x="4385" y="2033"/>
                    <a:pt x="4617" y="2033"/>
                  </a:cubicBezTo>
                  <a:cubicBezTo>
                    <a:pt x="6475" y="2033"/>
                    <a:pt x="7877" y="1687"/>
                    <a:pt x="7906" y="1183"/>
                  </a:cubicBezTo>
                  <a:cubicBezTo>
                    <a:pt x="7940" y="616"/>
                    <a:pt x="6172" y="115"/>
                    <a:pt x="4004" y="15"/>
                  </a:cubicBezTo>
                  <a:cubicBezTo>
                    <a:pt x="3778" y="5"/>
                    <a:pt x="3557" y="0"/>
                    <a:pt x="334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68" name="Google Shape;568;p52"/>
            <p:cNvSpPr/>
            <p:nvPr/>
          </p:nvSpPr>
          <p:spPr>
            <a:xfrm flipH="1">
              <a:off x="6301531" y="4379052"/>
              <a:ext cx="219462" cy="56220"/>
            </a:xfrm>
            <a:custGeom>
              <a:avLst/>
              <a:gdLst/>
              <a:ahLst/>
              <a:cxnLst/>
              <a:rect l="l" t="t" r="r" b="b"/>
              <a:pathLst>
                <a:path w="7940" h="2034" extrusionOk="0">
                  <a:moveTo>
                    <a:pt x="3342" y="0"/>
                  </a:moveTo>
                  <a:cubicBezTo>
                    <a:pt x="1487" y="0"/>
                    <a:pt x="64" y="371"/>
                    <a:pt x="34" y="849"/>
                  </a:cubicBezTo>
                  <a:cubicBezTo>
                    <a:pt x="1" y="1383"/>
                    <a:pt x="1735" y="1917"/>
                    <a:pt x="3904" y="2017"/>
                  </a:cubicBezTo>
                  <a:cubicBezTo>
                    <a:pt x="4147" y="2028"/>
                    <a:pt x="4385" y="2033"/>
                    <a:pt x="4617" y="2033"/>
                  </a:cubicBezTo>
                  <a:cubicBezTo>
                    <a:pt x="6475" y="2033"/>
                    <a:pt x="7877" y="1687"/>
                    <a:pt x="7906" y="1183"/>
                  </a:cubicBezTo>
                  <a:cubicBezTo>
                    <a:pt x="7940" y="616"/>
                    <a:pt x="6172" y="115"/>
                    <a:pt x="4004" y="15"/>
                  </a:cubicBezTo>
                  <a:cubicBezTo>
                    <a:pt x="3778" y="5"/>
                    <a:pt x="3557" y="0"/>
                    <a:pt x="33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69" name="Google Shape;569;p52"/>
            <p:cNvSpPr/>
            <p:nvPr/>
          </p:nvSpPr>
          <p:spPr>
            <a:xfrm flipH="1">
              <a:off x="6317203" y="4386515"/>
              <a:ext cx="189030" cy="26175"/>
            </a:xfrm>
            <a:custGeom>
              <a:avLst/>
              <a:gdLst/>
              <a:ahLst/>
              <a:cxnLst/>
              <a:rect l="l" t="t" r="r" b="b"/>
              <a:pathLst>
                <a:path w="6839" h="947" extrusionOk="0">
                  <a:moveTo>
                    <a:pt x="2798" y="1"/>
                  </a:moveTo>
                  <a:cubicBezTo>
                    <a:pt x="1203" y="1"/>
                    <a:pt x="1" y="221"/>
                    <a:pt x="1" y="546"/>
                  </a:cubicBezTo>
                  <a:cubicBezTo>
                    <a:pt x="1" y="579"/>
                    <a:pt x="1" y="613"/>
                    <a:pt x="34" y="646"/>
                  </a:cubicBezTo>
                  <a:cubicBezTo>
                    <a:pt x="237" y="385"/>
                    <a:pt x="1348" y="200"/>
                    <a:pt x="2776" y="200"/>
                  </a:cubicBezTo>
                  <a:cubicBezTo>
                    <a:pt x="2989" y="200"/>
                    <a:pt x="3210" y="204"/>
                    <a:pt x="3436" y="212"/>
                  </a:cubicBezTo>
                  <a:cubicBezTo>
                    <a:pt x="5138" y="279"/>
                    <a:pt x="6572" y="613"/>
                    <a:pt x="6805" y="946"/>
                  </a:cubicBezTo>
                  <a:cubicBezTo>
                    <a:pt x="6839" y="913"/>
                    <a:pt x="6839" y="880"/>
                    <a:pt x="6839" y="846"/>
                  </a:cubicBezTo>
                  <a:cubicBezTo>
                    <a:pt x="6839" y="479"/>
                    <a:pt x="5338" y="112"/>
                    <a:pt x="3436" y="12"/>
                  </a:cubicBezTo>
                  <a:cubicBezTo>
                    <a:pt x="3218" y="5"/>
                    <a:pt x="3005" y="1"/>
                    <a:pt x="2798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70" name="Google Shape;570;p52"/>
            <p:cNvSpPr/>
            <p:nvPr/>
          </p:nvSpPr>
          <p:spPr>
            <a:xfrm flipH="1">
              <a:off x="6317203" y="4386515"/>
              <a:ext cx="189030" cy="26175"/>
            </a:xfrm>
            <a:custGeom>
              <a:avLst/>
              <a:gdLst/>
              <a:ahLst/>
              <a:cxnLst/>
              <a:rect l="l" t="t" r="r" b="b"/>
              <a:pathLst>
                <a:path w="6839" h="947" extrusionOk="0">
                  <a:moveTo>
                    <a:pt x="2798" y="1"/>
                  </a:moveTo>
                  <a:cubicBezTo>
                    <a:pt x="1203" y="1"/>
                    <a:pt x="1" y="221"/>
                    <a:pt x="1" y="546"/>
                  </a:cubicBezTo>
                  <a:cubicBezTo>
                    <a:pt x="1" y="579"/>
                    <a:pt x="1" y="613"/>
                    <a:pt x="34" y="646"/>
                  </a:cubicBezTo>
                  <a:cubicBezTo>
                    <a:pt x="237" y="385"/>
                    <a:pt x="1348" y="200"/>
                    <a:pt x="2776" y="200"/>
                  </a:cubicBezTo>
                  <a:cubicBezTo>
                    <a:pt x="2989" y="200"/>
                    <a:pt x="3210" y="204"/>
                    <a:pt x="3436" y="212"/>
                  </a:cubicBezTo>
                  <a:cubicBezTo>
                    <a:pt x="5138" y="279"/>
                    <a:pt x="6572" y="613"/>
                    <a:pt x="6805" y="946"/>
                  </a:cubicBezTo>
                  <a:cubicBezTo>
                    <a:pt x="6839" y="913"/>
                    <a:pt x="6839" y="880"/>
                    <a:pt x="6839" y="846"/>
                  </a:cubicBezTo>
                  <a:cubicBezTo>
                    <a:pt x="6839" y="479"/>
                    <a:pt x="5338" y="112"/>
                    <a:pt x="3436" y="12"/>
                  </a:cubicBezTo>
                  <a:cubicBezTo>
                    <a:pt x="3218" y="5"/>
                    <a:pt x="3005" y="1"/>
                    <a:pt x="2798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71" name="Google Shape;571;p52"/>
            <p:cNvSpPr/>
            <p:nvPr/>
          </p:nvSpPr>
          <p:spPr>
            <a:xfrm flipH="1">
              <a:off x="6318115" y="4392016"/>
              <a:ext cx="187206" cy="33361"/>
            </a:xfrm>
            <a:custGeom>
              <a:avLst/>
              <a:gdLst/>
              <a:ahLst/>
              <a:cxnLst/>
              <a:rect l="l" t="t" r="r" b="b"/>
              <a:pathLst>
                <a:path w="6773" h="1207" extrusionOk="0">
                  <a:moveTo>
                    <a:pt x="2759" y="1"/>
                  </a:moveTo>
                  <a:cubicBezTo>
                    <a:pt x="1351" y="1"/>
                    <a:pt x="233" y="190"/>
                    <a:pt x="1" y="480"/>
                  </a:cubicBezTo>
                  <a:cubicBezTo>
                    <a:pt x="234" y="814"/>
                    <a:pt x="1669" y="1114"/>
                    <a:pt x="3370" y="1181"/>
                  </a:cubicBezTo>
                  <a:cubicBezTo>
                    <a:pt x="3668" y="1198"/>
                    <a:pt x="3959" y="1207"/>
                    <a:pt x="4237" y="1207"/>
                  </a:cubicBezTo>
                  <a:cubicBezTo>
                    <a:pt x="5548" y="1207"/>
                    <a:pt x="6580" y="1022"/>
                    <a:pt x="6772" y="747"/>
                  </a:cubicBezTo>
                  <a:cubicBezTo>
                    <a:pt x="6572" y="414"/>
                    <a:pt x="5138" y="113"/>
                    <a:pt x="3403" y="13"/>
                  </a:cubicBezTo>
                  <a:cubicBezTo>
                    <a:pt x="3184" y="5"/>
                    <a:pt x="2968" y="1"/>
                    <a:pt x="27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72" name="Google Shape;572;p52"/>
            <p:cNvSpPr/>
            <p:nvPr/>
          </p:nvSpPr>
          <p:spPr>
            <a:xfrm flipH="1">
              <a:off x="6302443" y="4365177"/>
              <a:ext cx="219462" cy="56026"/>
            </a:xfrm>
            <a:custGeom>
              <a:avLst/>
              <a:gdLst/>
              <a:ahLst/>
              <a:cxnLst/>
              <a:rect l="l" t="t" r="r" b="b"/>
              <a:pathLst>
                <a:path w="7940" h="2027" extrusionOk="0">
                  <a:moveTo>
                    <a:pt x="3300" y="1"/>
                  </a:moveTo>
                  <a:cubicBezTo>
                    <a:pt x="1465" y="1"/>
                    <a:pt x="64" y="347"/>
                    <a:pt x="34" y="851"/>
                  </a:cubicBezTo>
                  <a:cubicBezTo>
                    <a:pt x="0" y="1385"/>
                    <a:pt x="1768" y="1918"/>
                    <a:pt x="3937" y="2019"/>
                  </a:cubicBezTo>
                  <a:cubicBezTo>
                    <a:pt x="4108" y="2024"/>
                    <a:pt x="4276" y="2026"/>
                    <a:pt x="4441" y="2026"/>
                  </a:cubicBezTo>
                  <a:cubicBezTo>
                    <a:pt x="6373" y="2026"/>
                    <a:pt x="7875" y="1676"/>
                    <a:pt x="7906" y="1185"/>
                  </a:cubicBezTo>
                  <a:cubicBezTo>
                    <a:pt x="7939" y="617"/>
                    <a:pt x="6205" y="84"/>
                    <a:pt x="4003" y="17"/>
                  </a:cubicBezTo>
                  <a:cubicBezTo>
                    <a:pt x="3763" y="6"/>
                    <a:pt x="3528" y="1"/>
                    <a:pt x="33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73" name="Google Shape;573;p52"/>
            <p:cNvSpPr/>
            <p:nvPr/>
          </p:nvSpPr>
          <p:spPr>
            <a:xfrm flipH="1">
              <a:off x="6301531" y="4337509"/>
              <a:ext cx="218522" cy="56026"/>
            </a:xfrm>
            <a:custGeom>
              <a:avLst/>
              <a:gdLst/>
              <a:ahLst/>
              <a:cxnLst/>
              <a:rect l="l" t="t" r="r" b="b"/>
              <a:pathLst>
                <a:path w="7906" h="2027" extrusionOk="0">
                  <a:moveTo>
                    <a:pt x="3299" y="1"/>
                  </a:moveTo>
                  <a:cubicBezTo>
                    <a:pt x="1458" y="1"/>
                    <a:pt x="34" y="347"/>
                    <a:pt x="34" y="851"/>
                  </a:cubicBezTo>
                  <a:cubicBezTo>
                    <a:pt x="0" y="1385"/>
                    <a:pt x="1735" y="1919"/>
                    <a:pt x="3903" y="2019"/>
                  </a:cubicBezTo>
                  <a:cubicBezTo>
                    <a:pt x="4074" y="2024"/>
                    <a:pt x="4243" y="2027"/>
                    <a:pt x="4408" y="2027"/>
                  </a:cubicBezTo>
                  <a:cubicBezTo>
                    <a:pt x="6344" y="2027"/>
                    <a:pt x="7872" y="1676"/>
                    <a:pt x="7872" y="1185"/>
                  </a:cubicBezTo>
                  <a:cubicBezTo>
                    <a:pt x="7906" y="618"/>
                    <a:pt x="6171" y="117"/>
                    <a:pt x="4003" y="17"/>
                  </a:cubicBezTo>
                  <a:cubicBezTo>
                    <a:pt x="3763" y="6"/>
                    <a:pt x="3528" y="1"/>
                    <a:pt x="32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74" name="Google Shape;574;p52"/>
            <p:cNvSpPr/>
            <p:nvPr/>
          </p:nvSpPr>
          <p:spPr>
            <a:xfrm flipH="1">
              <a:off x="6316263" y="4344778"/>
              <a:ext cx="189058" cy="26424"/>
            </a:xfrm>
            <a:custGeom>
              <a:avLst/>
              <a:gdLst/>
              <a:ahLst/>
              <a:cxnLst/>
              <a:rect l="l" t="t" r="r" b="b"/>
              <a:pathLst>
                <a:path w="6840" h="956" extrusionOk="0">
                  <a:moveTo>
                    <a:pt x="2642" y="0"/>
                  </a:moveTo>
                  <a:cubicBezTo>
                    <a:pt x="1126" y="0"/>
                    <a:pt x="1" y="241"/>
                    <a:pt x="1" y="555"/>
                  </a:cubicBezTo>
                  <a:cubicBezTo>
                    <a:pt x="1" y="588"/>
                    <a:pt x="1" y="622"/>
                    <a:pt x="1" y="655"/>
                  </a:cubicBezTo>
                  <a:cubicBezTo>
                    <a:pt x="229" y="370"/>
                    <a:pt x="1308" y="207"/>
                    <a:pt x="2699" y="207"/>
                  </a:cubicBezTo>
                  <a:cubicBezTo>
                    <a:pt x="2937" y="207"/>
                    <a:pt x="3184" y="212"/>
                    <a:pt x="3437" y="221"/>
                  </a:cubicBezTo>
                  <a:cubicBezTo>
                    <a:pt x="5138" y="288"/>
                    <a:pt x="6572" y="622"/>
                    <a:pt x="6806" y="955"/>
                  </a:cubicBezTo>
                  <a:cubicBezTo>
                    <a:pt x="6839" y="922"/>
                    <a:pt x="6839" y="888"/>
                    <a:pt x="6839" y="855"/>
                  </a:cubicBezTo>
                  <a:cubicBezTo>
                    <a:pt x="6839" y="488"/>
                    <a:pt x="5338" y="121"/>
                    <a:pt x="3437" y="21"/>
                  </a:cubicBezTo>
                  <a:cubicBezTo>
                    <a:pt x="3163" y="7"/>
                    <a:pt x="2897" y="0"/>
                    <a:pt x="264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75" name="Google Shape;575;p52"/>
            <p:cNvSpPr/>
            <p:nvPr/>
          </p:nvSpPr>
          <p:spPr>
            <a:xfrm flipH="1">
              <a:off x="6316263" y="4344778"/>
              <a:ext cx="189058" cy="26424"/>
            </a:xfrm>
            <a:custGeom>
              <a:avLst/>
              <a:gdLst/>
              <a:ahLst/>
              <a:cxnLst/>
              <a:rect l="l" t="t" r="r" b="b"/>
              <a:pathLst>
                <a:path w="6840" h="956" extrusionOk="0">
                  <a:moveTo>
                    <a:pt x="2642" y="0"/>
                  </a:moveTo>
                  <a:cubicBezTo>
                    <a:pt x="1126" y="0"/>
                    <a:pt x="1" y="241"/>
                    <a:pt x="1" y="555"/>
                  </a:cubicBezTo>
                  <a:cubicBezTo>
                    <a:pt x="1" y="588"/>
                    <a:pt x="1" y="622"/>
                    <a:pt x="1" y="655"/>
                  </a:cubicBezTo>
                  <a:cubicBezTo>
                    <a:pt x="229" y="370"/>
                    <a:pt x="1308" y="207"/>
                    <a:pt x="2699" y="207"/>
                  </a:cubicBezTo>
                  <a:cubicBezTo>
                    <a:pt x="2937" y="207"/>
                    <a:pt x="3184" y="212"/>
                    <a:pt x="3437" y="221"/>
                  </a:cubicBezTo>
                  <a:cubicBezTo>
                    <a:pt x="5138" y="288"/>
                    <a:pt x="6572" y="622"/>
                    <a:pt x="6806" y="955"/>
                  </a:cubicBezTo>
                  <a:cubicBezTo>
                    <a:pt x="6839" y="922"/>
                    <a:pt x="6839" y="888"/>
                    <a:pt x="6839" y="855"/>
                  </a:cubicBezTo>
                  <a:cubicBezTo>
                    <a:pt x="6839" y="488"/>
                    <a:pt x="5338" y="121"/>
                    <a:pt x="3437" y="21"/>
                  </a:cubicBezTo>
                  <a:cubicBezTo>
                    <a:pt x="3163" y="7"/>
                    <a:pt x="2897" y="0"/>
                    <a:pt x="26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76" name="Google Shape;576;p52"/>
            <p:cNvSpPr/>
            <p:nvPr/>
          </p:nvSpPr>
          <p:spPr>
            <a:xfrm flipH="1">
              <a:off x="6317203" y="4350472"/>
              <a:ext cx="187178" cy="33113"/>
            </a:xfrm>
            <a:custGeom>
              <a:avLst/>
              <a:gdLst/>
              <a:ahLst/>
              <a:cxnLst/>
              <a:rect l="l" t="t" r="r" b="b"/>
              <a:pathLst>
                <a:path w="6772" h="1198" extrusionOk="0">
                  <a:moveTo>
                    <a:pt x="2665" y="1"/>
                  </a:moveTo>
                  <a:cubicBezTo>
                    <a:pt x="1275" y="1"/>
                    <a:pt x="200" y="164"/>
                    <a:pt x="0" y="449"/>
                  </a:cubicBezTo>
                  <a:cubicBezTo>
                    <a:pt x="234" y="816"/>
                    <a:pt x="1668" y="1116"/>
                    <a:pt x="3369" y="1183"/>
                  </a:cubicBezTo>
                  <a:cubicBezTo>
                    <a:pt x="3618" y="1193"/>
                    <a:pt x="3860" y="1197"/>
                    <a:pt x="4094" y="1197"/>
                  </a:cubicBezTo>
                  <a:cubicBezTo>
                    <a:pt x="5464" y="1197"/>
                    <a:pt x="6544" y="1034"/>
                    <a:pt x="6772" y="749"/>
                  </a:cubicBezTo>
                  <a:cubicBezTo>
                    <a:pt x="6538" y="416"/>
                    <a:pt x="5137" y="82"/>
                    <a:pt x="3403" y="15"/>
                  </a:cubicBezTo>
                  <a:cubicBezTo>
                    <a:pt x="3150" y="6"/>
                    <a:pt x="2903" y="1"/>
                    <a:pt x="26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77" name="Google Shape;577;p52"/>
            <p:cNvSpPr/>
            <p:nvPr/>
          </p:nvSpPr>
          <p:spPr>
            <a:xfrm flipH="1">
              <a:off x="6086682" y="4431099"/>
              <a:ext cx="204729" cy="102157"/>
            </a:xfrm>
            <a:custGeom>
              <a:avLst/>
              <a:gdLst/>
              <a:ahLst/>
              <a:cxnLst/>
              <a:rect l="l" t="t" r="r" b="b"/>
              <a:pathLst>
                <a:path w="7407" h="3696" extrusionOk="0">
                  <a:moveTo>
                    <a:pt x="864" y="1"/>
                  </a:moveTo>
                  <a:cubicBezTo>
                    <a:pt x="532" y="1"/>
                    <a:pt x="308" y="76"/>
                    <a:pt x="234" y="234"/>
                  </a:cubicBezTo>
                  <a:cubicBezTo>
                    <a:pt x="1" y="701"/>
                    <a:pt x="1368" y="1835"/>
                    <a:pt x="3303" y="2736"/>
                  </a:cubicBezTo>
                  <a:cubicBezTo>
                    <a:pt x="4618" y="3335"/>
                    <a:pt x="5853" y="3696"/>
                    <a:pt x="6567" y="3696"/>
                  </a:cubicBezTo>
                  <a:cubicBezTo>
                    <a:pt x="6885" y="3696"/>
                    <a:pt x="7100" y="3624"/>
                    <a:pt x="7173" y="3470"/>
                  </a:cubicBezTo>
                  <a:cubicBezTo>
                    <a:pt x="7406" y="2969"/>
                    <a:pt x="6038" y="1868"/>
                    <a:pt x="4137" y="968"/>
                  </a:cubicBezTo>
                  <a:cubicBezTo>
                    <a:pt x="2814" y="352"/>
                    <a:pt x="1584" y="1"/>
                    <a:pt x="8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78" name="Google Shape;578;p52"/>
            <p:cNvSpPr/>
            <p:nvPr/>
          </p:nvSpPr>
          <p:spPr>
            <a:xfrm flipH="1">
              <a:off x="6082094" y="4413575"/>
              <a:ext cx="202850" cy="114347"/>
            </a:xfrm>
            <a:custGeom>
              <a:avLst/>
              <a:gdLst/>
              <a:ahLst/>
              <a:cxnLst/>
              <a:rect l="l" t="t" r="r" b="b"/>
              <a:pathLst>
                <a:path w="7339" h="4137" extrusionOk="0">
                  <a:moveTo>
                    <a:pt x="434" y="1"/>
                  </a:moveTo>
                  <a:lnTo>
                    <a:pt x="0" y="868"/>
                  </a:lnTo>
                  <a:lnTo>
                    <a:pt x="6939" y="4137"/>
                  </a:lnTo>
                  <a:lnTo>
                    <a:pt x="7339" y="3236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79" name="Google Shape;579;p52"/>
            <p:cNvSpPr/>
            <p:nvPr/>
          </p:nvSpPr>
          <p:spPr>
            <a:xfrm flipH="1">
              <a:off x="6075626" y="4406831"/>
              <a:ext cx="203790" cy="102434"/>
            </a:xfrm>
            <a:custGeom>
              <a:avLst/>
              <a:gdLst/>
              <a:ahLst/>
              <a:cxnLst/>
              <a:rect l="l" t="t" r="r" b="b"/>
              <a:pathLst>
                <a:path w="7373" h="3706" extrusionOk="0">
                  <a:moveTo>
                    <a:pt x="815" y="1"/>
                  </a:moveTo>
                  <a:cubicBezTo>
                    <a:pt x="502" y="1"/>
                    <a:pt x="295" y="69"/>
                    <a:pt x="234" y="211"/>
                  </a:cubicBezTo>
                  <a:cubicBezTo>
                    <a:pt x="0" y="712"/>
                    <a:pt x="1368" y="1846"/>
                    <a:pt x="3269" y="2713"/>
                  </a:cubicBezTo>
                  <a:cubicBezTo>
                    <a:pt x="4588" y="3338"/>
                    <a:pt x="5842" y="3706"/>
                    <a:pt x="6554" y="3706"/>
                  </a:cubicBezTo>
                  <a:cubicBezTo>
                    <a:pt x="6869" y="3706"/>
                    <a:pt x="7077" y="3634"/>
                    <a:pt x="7139" y="3480"/>
                  </a:cubicBezTo>
                  <a:cubicBezTo>
                    <a:pt x="7372" y="2980"/>
                    <a:pt x="6005" y="1879"/>
                    <a:pt x="4103" y="979"/>
                  </a:cubicBezTo>
                  <a:cubicBezTo>
                    <a:pt x="2782" y="353"/>
                    <a:pt x="1526" y="1"/>
                    <a:pt x="815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0" name="Google Shape;580;p52"/>
            <p:cNvSpPr/>
            <p:nvPr/>
          </p:nvSpPr>
          <p:spPr>
            <a:xfrm flipH="1">
              <a:off x="6075626" y="4406831"/>
              <a:ext cx="203790" cy="102434"/>
            </a:xfrm>
            <a:custGeom>
              <a:avLst/>
              <a:gdLst/>
              <a:ahLst/>
              <a:cxnLst/>
              <a:rect l="l" t="t" r="r" b="b"/>
              <a:pathLst>
                <a:path w="7373" h="3706" extrusionOk="0">
                  <a:moveTo>
                    <a:pt x="815" y="1"/>
                  </a:moveTo>
                  <a:cubicBezTo>
                    <a:pt x="502" y="1"/>
                    <a:pt x="295" y="69"/>
                    <a:pt x="234" y="211"/>
                  </a:cubicBezTo>
                  <a:cubicBezTo>
                    <a:pt x="0" y="712"/>
                    <a:pt x="1368" y="1846"/>
                    <a:pt x="3269" y="2713"/>
                  </a:cubicBezTo>
                  <a:cubicBezTo>
                    <a:pt x="4588" y="3338"/>
                    <a:pt x="5842" y="3706"/>
                    <a:pt x="6554" y="3706"/>
                  </a:cubicBezTo>
                  <a:cubicBezTo>
                    <a:pt x="6869" y="3706"/>
                    <a:pt x="7077" y="3634"/>
                    <a:pt x="7139" y="3480"/>
                  </a:cubicBezTo>
                  <a:cubicBezTo>
                    <a:pt x="7372" y="2980"/>
                    <a:pt x="6005" y="1879"/>
                    <a:pt x="4103" y="979"/>
                  </a:cubicBezTo>
                  <a:cubicBezTo>
                    <a:pt x="2782" y="353"/>
                    <a:pt x="1526" y="1"/>
                    <a:pt x="8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1" name="Google Shape;581;p52"/>
            <p:cNvSpPr/>
            <p:nvPr/>
          </p:nvSpPr>
          <p:spPr>
            <a:xfrm flipH="1">
              <a:off x="6089473" y="4414764"/>
              <a:ext cx="171506" cy="83666"/>
            </a:xfrm>
            <a:custGeom>
              <a:avLst/>
              <a:gdLst/>
              <a:ahLst/>
              <a:cxnLst/>
              <a:rect l="l" t="t" r="r" b="b"/>
              <a:pathLst>
                <a:path w="6205" h="3027" extrusionOk="0">
                  <a:moveTo>
                    <a:pt x="357" y="1"/>
                  </a:moveTo>
                  <a:cubicBezTo>
                    <a:pt x="167" y="1"/>
                    <a:pt x="43" y="40"/>
                    <a:pt x="1" y="124"/>
                  </a:cubicBezTo>
                  <a:cubicBezTo>
                    <a:pt x="1" y="124"/>
                    <a:pt x="1" y="191"/>
                    <a:pt x="1" y="225"/>
                  </a:cubicBezTo>
                  <a:cubicBezTo>
                    <a:pt x="68" y="188"/>
                    <a:pt x="169" y="170"/>
                    <a:pt x="298" y="170"/>
                  </a:cubicBezTo>
                  <a:cubicBezTo>
                    <a:pt x="874" y="170"/>
                    <a:pt x="2010" y="520"/>
                    <a:pt x="3236" y="1092"/>
                  </a:cubicBezTo>
                  <a:cubicBezTo>
                    <a:pt x="4737" y="1826"/>
                    <a:pt x="5905" y="2626"/>
                    <a:pt x="6005" y="3027"/>
                  </a:cubicBezTo>
                  <a:cubicBezTo>
                    <a:pt x="6038" y="2993"/>
                    <a:pt x="6038" y="2993"/>
                    <a:pt x="6072" y="2960"/>
                  </a:cubicBezTo>
                  <a:cubicBezTo>
                    <a:pt x="6205" y="2626"/>
                    <a:pt x="5004" y="1692"/>
                    <a:pt x="3336" y="925"/>
                  </a:cubicBezTo>
                  <a:cubicBezTo>
                    <a:pt x="2063" y="351"/>
                    <a:pt x="921" y="1"/>
                    <a:pt x="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2" name="Google Shape;582;p52"/>
            <p:cNvSpPr/>
            <p:nvPr/>
          </p:nvSpPr>
          <p:spPr>
            <a:xfrm flipH="1">
              <a:off x="6183507" y="4462001"/>
              <a:ext cx="212994" cy="54396"/>
            </a:xfrm>
            <a:custGeom>
              <a:avLst/>
              <a:gdLst/>
              <a:ahLst/>
              <a:cxnLst/>
              <a:rect l="l" t="t" r="r" b="b"/>
              <a:pathLst>
                <a:path w="7706" h="1968" extrusionOk="0">
                  <a:moveTo>
                    <a:pt x="3208" y="0"/>
                  </a:moveTo>
                  <a:cubicBezTo>
                    <a:pt x="1404" y="0"/>
                    <a:pt x="33" y="343"/>
                    <a:pt x="33" y="817"/>
                  </a:cubicBezTo>
                  <a:cubicBezTo>
                    <a:pt x="0" y="1351"/>
                    <a:pt x="1701" y="1851"/>
                    <a:pt x="3803" y="1951"/>
                  </a:cubicBezTo>
                  <a:cubicBezTo>
                    <a:pt x="4040" y="1962"/>
                    <a:pt x="4272" y="1968"/>
                    <a:pt x="4497" y="1968"/>
                  </a:cubicBezTo>
                  <a:cubicBezTo>
                    <a:pt x="6295" y="1968"/>
                    <a:pt x="7643" y="1625"/>
                    <a:pt x="7672" y="1151"/>
                  </a:cubicBezTo>
                  <a:cubicBezTo>
                    <a:pt x="7706" y="617"/>
                    <a:pt x="6004" y="117"/>
                    <a:pt x="3903" y="17"/>
                  </a:cubicBezTo>
                  <a:cubicBezTo>
                    <a:pt x="3666" y="5"/>
                    <a:pt x="3433" y="0"/>
                    <a:pt x="32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3" name="Google Shape;583;p52"/>
            <p:cNvSpPr/>
            <p:nvPr/>
          </p:nvSpPr>
          <p:spPr>
            <a:xfrm flipH="1">
              <a:off x="6183507" y="4457828"/>
              <a:ext cx="212994" cy="35987"/>
            </a:xfrm>
            <a:custGeom>
              <a:avLst/>
              <a:gdLst/>
              <a:ahLst/>
              <a:cxnLst/>
              <a:rect l="l" t="t" r="r" b="b"/>
              <a:pathLst>
                <a:path w="7706" h="1302" extrusionOk="0">
                  <a:moveTo>
                    <a:pt x="67" y="1"/>
                  </a:moveTo>
                  <a:lnTo>
                    <a:pt x="0" y="968"/>
                  </a:lnTo>
                  <a:lnTo>
                    <a:pt x="7672" y="1302"/>
                  </a:lnTo>
                  <a:lnTo>
                    <a:pt x="7706" y="301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4" name="Google Shape;584;p52"/>
            <p:cNvSpPr/>
            <p:nvPr/>
          </p:nvSpPr>
          <p:spPr>
            <a:xfrm flipH="1">
              <a:off x="6182594" y="4435245"/>
              <a:ext cx="212082" cy="54423"/>
            </a:xfrm>
            <a:custGeom>
              <a:avLst/>
              <a:gdLst/>
              <a:ahLst/>
              <a:cxnLst/>
              <a:rect l="l" t="t" r="r" b="b"/>
              <a:pathLst>
                <a:path w="7673" h="1969" extrusionOk="0">
                  <a:moveTo>
                    <a:pt x="3176" y="1"/>
                  </a:moveTo>
                  <a:cubicBezTo>
                    <a:pt x="1378" y="1"/>
                    <a:pt x="30" y="343"/>
                    <a:pt x="1" y="818"/>
                  </a:cubicBezTo>
                  <a:cubicBezTo>
                    <a:pt x="1" y="1352"/>
                    <a:pt x="1669" y="1852"/>
                    <a:pt x="3770" y="1952"/>
                  </a:cubicBezTo>
                  <a:cubicBezTo>
                    <a:pt x="4007" y="1963"/>
                    <a:pt x="4240" y="1968"/>
                    <a:pt x="4465" y="1968"/>
                  </a:cubicBezTo>
                  <a:cubicBezTo>
                    <a:pt x="6269" y="1968"/>
                    <a:pt x="7640" y="1626"/>
                    <a:pt x="7640" y="1151"/>
                  </a:cubicBezTo>
                  <a:cubicBezTo>
                    <a:pt x="7673" y="618"/>
                    <a:pt x="5972" y="117"/>
                    <a:pt x="3870" y="17"/>
                  </a:cubicBezTo>
                  <a:cubicBezTo>
                    <a:pt x="3633" y="6"/>
                    <a:pt x="3401" y="1"/>
                    <a:pt x="3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5" name="Google Shape;585;p52"/>
            <p:cNvSpPr/>
            <p:nvPr/>
          </p:nvSpPr>
          <p:spPr>
            <a:xfrm flipH="1">
              <a:off x="6196414" y="4442763"/>
              <a:ext cx="184414" cy="25235"/>
            </a:xfrm>
            <a:custGeom>
              <a:avLst/>
              <a:gdLst/>
              <a:ahLst/>
              <a:cxnLst/>
              <a:rect l="l" t="t" r="r" b="b"/>
              <a:pathLst>
                <a:path w="6672" h="913" extrusionOk="0">
                  <a:moveTo>
                    <a:pt x="2751" y="1"/>
                  </a:moveTo>
                  <a:cubicBezTo>
                    <a:pt x="1203" y="1"/>
                    <a:pt x="0" y="221"/>
                    <a:pt x="0" y="546"/>
                  </a:cubicBezTo>
                  <a:cubicBezTo>
                    <a:pt x="0" y="579"/>
                    <a:pt x="0" y="613"/>
                    <a:pt x="0" y="646"/>
                  </a:cubicBezTo>
                  <a:cubicBezTo>
                    <a:pt x="228" y="361"/>
                    <a:pt x="1283" y="198"/>
                    <a:pt x="2626" y="198"/>
                  </a:cubicBezTo>
                  <a:cubicBezTo>
                    <a:pt x="2855" y="198"/>
                    <a:pt x="3092" y="202"/>
                    <a:pt x="3336" y="212"/>
                  </a:cubicBezTo>
                  <a:cubicBezTo>
                    <a:pt x="5004" y="312"/>
                    <a:pt x="6405" y="579"/>
                    <a:pt x="6638" y="913"/>
                  </a:cubicBezTo>
                  <a:cubicBezTo>
                    <a:pt x="6672" y="913"/>
                    <a:pt x="6672" y="879"/>
                    <a:pt x="6672" y="846"/>
                  </a:cubicBezTo>
                  <a:cubicBezTo>
                    <a:pt x="6672" y="479"/>
                    <a:pt x="5204" y="112"/>
                    <a:pt x="3369" y="12"/>
                  </a:cubicBezTo>
                  <a:cubicBezTo>
                    <a:pt x="3159" y="4"/>
                    <a:pt x="2952" y="1"/>
                    <a:pt x="2751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6" name="Google Shape;586;p52"/>
            <p:cNvSpPr/>
            <p:nvPr/>
          </p:nvSpPr>
          <p:spPr>
            <a:xfrm flipH="1">
              <a:off x="6196414" y="4442763"/>
              <a:ext cx="184414" cy="25235"/>
            </a:xfrm>
            <a:custGeom>
              <a:avLst/>
              <a:gdLst/>
              <a:ahLst/>
              <a:cxnLst/>
              <a:rect l="l" t="t" r="r" b="b"/>
              <a:pathLst>
                <a:path w="6672" h="913" extrusionOk="0">
                  <a:moveTo>
                    <a:pt x="2751" y="1"/>
                  </a:moveTo>
                  <a:cubicBezTo>
                    <a:pt x="1203" y="1"/>
                    <a:pt x="0" y="221"/>
                    <a:pt x="0" y="546"/>
                  </a:cubicBezTo>
                  <a:cubicBezTo>
                    <a:pt x="0" y="579"/>
                    <a:pt x="0" y="613"/>
                    <a:pt x="0" y="646"/>
                  </a:cubicBezTo>
                  <a:cubicBezTo>
                    <a:pt x="228" y="361"/>
                    <a:pt x="1283" y="198"/>
                    <a:pt x="2626" y="198"/>
                  </a:cubicBezTo>
                  <a:cubicBezTo>
                    <a:pt x="2855" y="198"/>
                    <a:pt x="3092" y="202"/>
                    <a:pt x="3336" y="212"/>
                  </a:cubicBezTo>
                  <a:cubicBezTo>
                    <a:pt x="5004" y="312"/>
                    <a:pt x="6405" y="579"/>
                    <a:pt x="6638" y="913"/>
                  </a:cubicBezTo>
                  <a:cubicBezTo>
                    <a:pt x="6672" y="913"/>
                    <a:pt x="6672" y="879"/>
                    <a:pt x="6672" y="846"/>
                  </a:cubicBezTo>
                  <a:cubicBezTo>
                    <a:pt x="6672" y="479"/>
                    <a:pt x="5204" y="112"/>
                    <a:pt x="3369" y="12"/>
                  </a:cubicBezTo>
                  <a:cubicBezTo>
                    <a:pt x="3159" y="4"/>
                    <a:pt x="2952" y="1"/>
                    <a:pt x="27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263" name="Google Shape;2685;p65">
            <a:extLst>
              <a:ext uri="{FF2B5EF4-FFF2-40B4-BE49-F238E27FC236}">
                <a16:creationId xmlns:a16="http://schemas.microsoft.com/office/drawing/2014/main" id="{2A022257-30D2-4C1C-8A74-3E9BBB4D77E1}"/>
              </a:ext>
            </a:extLst>
          </p:cNvPr>
          <p:cNvSpPr/>
          <p:nvPr/>
        </p:nvSpPr>
        <p:spPr>
          <a:xfrm>
            <a:off x="1003430" y="3761838"/>
            <a:ext cx="3058796" cy="364343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264" name="Google Shape;338;p52">
            <a:extLst>
              <a:ext uri="{FF2B5EF4-FFF2-40B4-BE49-F238E27FC236}">
                <a16:creationId xmlns:a16="http://schemas.microsoft.com/office/drawing/2014/main" id="{3B3D3167-B281-4BF1-9AFE-89E9DF243420}"/>
              </a:ext>
            </a:extLst>
          </p:cNvPr>
          <p:cNvSpPr txBox="1">
            <a:spLocks/>
          </p:cNvSpPr>
          <p:nvPr/>
        </p:nvSpPr>
        <p:spPr>
          <a:xfrm>
            <a:off x="1028574" y="3775407"/>
            <a:ext cx="3127673" cy="318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n-US" sz="1800" b="1" dirty="0">
                <a:latin typeface="Montserrat ExtraBold" panose="00000900000000000000" pitchFamily="2" charset="0"/>
              </a:rPr>
              <a:t>Personal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1C8346-0EB6-4FCD-8EB4-B9997B9C6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037" y="929438"/>
            <a:ext cx="1566311" cy="6647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3"/>
          <p:cNvSpPr txBox="1">
            <a:spLocks noGrp="1"/>
          </p:cNvSpPr>
          <p:nvPr>
            <p:ph type="title"/>
          </p:nvPr>
        </p:nvSpPr>
        <p:spPr>
          <a:xfrm>
            <a:off x="679540" y="289785"/>
            <a:ext cx="7704000" cy="48270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-US" sz="2600" dirty="0"/>
              <a:t>Project Overview</a:t>
            </a:r>
            <a:endParaRPr sz="2600" dirty="0"/>
          </a:p>
        </p:txBody>
      </p:sp>
      <p:sp>
        <p:nvSpPr>
          <p:cNvPr id="597" name="Google Shape;597;p53"/>
          <p:cNvSpPr txBox="1">
            <a:spLocks noGrp="1"/>
          </p:cNvSpPr>
          <p:nvPr>
            <p:ph type="body" idx="4294967295"/>
          </p:nvPr>
        </p:nvSpPr>
        <p:spPr>
          <a:xfrm>
            <a:off x="679540" y="847488"/>
            <a:ext cx="7704000" cy="3290672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marL="0" indent="0">
              <a:buNone/>
            </a:pPr>
            <a:r>
              <a:rPr lang="en-US" sz="1600" b="1" u="sng" dirty="0">
                <a:solidFill>
                  <a:schemeClr val="dk1"/>
                </a:solidFill>
                <a:latin typeface="Montserrat" panose="00000500000000000000" pitchFamily="2" charset="0"/>
              </a:rPr>
              <a:t>Context &amp; Challenge:</a:t>
            </a:r>
          </a:p>
          <a:p>
            <a:pPr marL="0" indent="0">
              <a:buNone/>
            </a:pPr>
            <a:endParaRPr lang="en-US" sz="800" u="sng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285750" indent="-285750"/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Home Credit provides loans to customers with limited or no credit history, typically rejected by traditional banks.</a:t>
            </a:r>
          </a:p>
          <a:p>
            <a:pPr marL="285750" indent="-285750"/>
            <a:endParaRPr lang="en-US" sz="500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285750" indent="-285750"/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Traditional credit scoring is insufficient, making it difficult to identify creditworthy applicants and manage default risk.</a:t>
            </a:r>
          </a:p>
          <a:p>
            <a:pPr marL="0" indent="0">
              <a:buNone/>
            </a:pPr>
            <a:endParaRPr lang="en-US" sz="800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1600" b="1" u="sng" dirty="0">
                <a:solidFill>
                  <a:schemeClr val="dk1"/>
                </a:solidFill>
                <a:latin typeface="Montserrat" panose="00000500000000000000" pitchFamily="2" charset="0"/>
              </a:rPr>
              <a:t>Project Objective:</a:t>
            </a:r>
          </a:p>
          <a:p>
            <a:pPr marL="0" indent="0">
              <a:buNone/>
            </a:pPr>
            <a:endParaRPr lang="en-US" sz="800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285750" indent="-285750"/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Build a predictive model to assess loan default risk and inform lending decision.</a:t>
            </a:r>
          </a:p>
          <a:p>
            <a:pPr marL="285750" indent="-285750"/>
            <a:endParaRPr lang="en-US" sz="500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285750" indent="-285750"/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Segment customers by risk level to enable differentiated lending strategy.</a:t>
            </a:r>
          </a:p>
        </p:txBody>
      </p:sp>
      <p:sp>
        <p:nvSpPr>
          <p:cNvPr id="599" name="Google Shape;599;p53">
            <a:hlinkClick r:id="" action="ppaction://hlinkshowjump?jump=previousslide"/>
          </p:cNvPr>
          <p:cNvSpPr/>
          <p:nvPr/>
        </p:nvSpPr>
        <p:spPr>
          <a:xfrm>
            <a:off x="4207614" y="4213163"/>
            <a:ext cx="328725" cy="31185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58C3FF-EC23-43BA-93AE-47D60BA68019}"/>
              </a:ext>
            </a:extLst>
          </p:cNvPr>
          <p:cNvSpPr txBox="1"/>
          <p:nvPr/>
        </p:nvSpPr>
        <p:spPr>
          <a:xfrm>
            <a:off x="8661400" y="4819830"/>
            <a:ext cx="4826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500" dirty="0">
                <a:latin typeface="Montserrat" panose="00000500000000000000" pitchFamily="2" charset="0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3"/>
          <p:cNvSpPr txBox="1">
            <a:spLocks noGrp="1"/>
          </p:cNvSpPr>
          <p:nvPr>
            <p:ph type="title"/>
          </p:nvPr>
        </p:nvSpPr>
        <p:spPr>
          <a:xfrm>
            <a:off x="679540" y="289785"/>
            <a:ext cx="7704000" cy="48270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-US" sz="2600" dirty="0"/>
              <a:t>Data Overview</a:t>
            </a:r>
            <a:endParaRPr sz="2600" dirty="0"/>
          </a:p>
        </p:txBody>
      </p:sp>
      <p:sp>
        <p:nvSpPr>
          <p:cNvPr id="597" name="Google Shape;597;p53"/>
          <p:cNvSpPr txBox="1">
            <a:spLocks noGrp="1"/>
          </p:cNvSpPr>
          <p:nvPr>
            <p:ph type="body" idx="4294967295"/>
          </p:nvPr>
        </p:nvSpPr>
        <p:spPr>
          <a:xfrm>
            <a:off x="679540" y="847488"/>
            <a:ext cx="7704000" cy="3290672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marL="0" indent="0">
              <a:buNone/>
            </a:pPr>
            <a:r>
              <a:rPr lang="en-US" sz="1600" b="1" u="sng" dirty="0">
                <a:solidFill>
                  <a:schemeClr val="dk1"/>
                </a:solidFill>
                <a:latin typeface="Montserrat" panose="00000500000000000000" pitchFamily="2" charset="0"/>
              </a:rPr>
              <a:t>Dataset:</a:t>
            </a:r>
          </a:p>
          <a:p>
            <a:pPr marL="0" indent="0">
              <a:buNone/>
            </a:pPr>
            <a:endParaRPr lang="en-US" sz="700" u="sng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285750" indent="-285750"/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307,511 loan applications containing application details and applicant profile characteristics.</a:t>
            </a:r>
          </a:p>
          <a:p>
            <a:pPr marL="0" indent="0">
              <a:buNone/>
            </a:pPr>
            <a:endParaRPr lang="en-US" sz="500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285750" indent="-285750"/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Additional data from external sources including credit bureau history and previous Home Credit applications, decisions, and transactions.</a:t>
            </a:r>
          </a:p>
          <a:p>
            <a:pPr marL="285750" indent="-285750"/>
            <a:endParaRPr lang="en-US" sz="700" b="1" u="sng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1600" b="1" u="sng" dirty="0">
                <a:solidFill>
                  <a:schemeClr val="dk1"/>
                </a:solidFill>
                <a:latin typeface="Montserrat" panose="00000500000000000000" pitchFamily="2" charset="0"/>
              </a:rPr>
              <a:t>Key characteristics:</a:t>
            </a:r>
          </a:p>
          <a:p>
            <a:pPr marL="0" indent="0">
              <a:buNone/>
            </a:pPr>
            <a:endParaRPr lang="en-US" sz="700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285750" indent="-285750"/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Highly unbalanced class with 8% defaulted application over the 92% repaid.</a:t>
            </a:r>
          </a:p>
          <a:p>
            <a:pPr marL="285750" indent="-285750"/>
            <a:endParaRPr lang="en-US" sz="500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285750" indent="-285750"/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High data sparsity with complex missing value patterns where some missing information carries predictive signal.</a:t>
            </a:r>
          </a:p>
          <a:p>
            <a:pPr marL="0" indent="0">
              <a:buNone/>
            </a:pPr>
            <a:endParaRPr lang="en-US" sz="500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285750" indent="-285750"/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Mixed data types including categorical, numerical, and binary variables.</a:t>
            </a:r>
          </a:p>
        </p:txBody>
      </p:sp>
      <p:sp>
        <p:nvSpPr>
          <p:cNvPr id="599" name="Google Shape;599;p53">
            <a:hlinkClick r:id="" action="ppaction://hlinkshowjump?jump=previousslide"/>
          </p:cNvPr>
          <p:cNvSpPr/>
          <p:nvPr/>
        </p:nvSpPr>
        <p:spPr>
          <a:xfrm>
            <a:off x="4207614" y="4213163"/>
            <a:ext cx="328725" cy="31185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B0E9C0-2468-4011-A4BE-2956C7455A1E}"/>
              </a:ext>
            </a:extLst>
          </p:cNvPr>
          <p:cNvSpPr txBox="1"/>
          <p:nvPr/>
        </p:nvSpPr>
        <p:spPr>
          <a:xfrm>
            <a:off x="8661400" y="4819830"/>
            <a:ext cx="4826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500" dirty="0">
                <a:latin typeface="Montserrat" panose="00000500000000000000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3220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3"/>
          <p:cNvSpPr txBox="1">
            <a:spLocks noGrp="1"/>
          </p:cNvSpPr>
          <p:nvPr>
            <p:ph type="title"/>
          </p:nvPr>
        </p:nvSpPr>
        <p:spPr>
          <a:xfrm>
            <a:off x="679540" y="289785"/>
            <a:ext cx="7704000" cy="48270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-US" sz="2600" dirty="0"/>
              <a:t>Home Credit Overview</a:t>
            </a:r>
            <a:endParaRPr sz="2600" dirty="0"/>
          </a:p>
        </p:txBody>
      </p:sp>
      <p:sp>
        <p:nvSpPr>
          <p:cNvPr id="599" name="Google Shape;599;p53">
            <a:hlinkClick r:id="" action="ppaction://hlinkshowjump?jump=previousslide"/>
          </p:cNvPr>
          <p:cNvSpPr/>
          <p:nvPr/>
        </p:nvSpPr>
        <p:spPr>
          <a:xfrm>
            <a:off x="4207614" y="4213163"/>
            <a:ext cx="328725" cy="31185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88BEAF-A547-499C-B286-E170B2A311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t="453" r="-55" b="3094"/>
          <a:stretch/>
        </p:blipFill>
        <p:spPr>
          <a:xfrm>
            <a:off x="1396844" y="922329"/>
            <a:ext cx="6269392" cy="34467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1216FB-A658-4E53-8ADE-5E6939065639}"/>
              </a:ext>
            </a:extLst>
          </p:cNvPr>
          <p:cNvSpPr txBox="1"/>
          <p:nvPr/>
        </p:nvSpPr>
        <p:spPr>
          <a:xfrm>
            <a:off x="8661400" y="4819830"/>
            <a:ext cx="4826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500" dirty="0">
                <a:latin typeface="Montserrat" panose="00000500000000000000" pitchFamily="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03629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3"/>
          <p:cNvSpPr txBox="1">
            <a:spLocks noGrp="1"/>
          </p:cNvSpPr>
          <p:nvPr>
            <p:ph type="title"/>
          </p:nvPr>
        </p:nvSpPr>
        <p:spPr>
          <a:xfrm>
            <a:off x="679540" y="289785"/>
            <a:ext cx="7704000" cy="48270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-US" sz="2600" dirty="0"/>
              <a:t>Methodology Overview</a:t>
            </a:r>
            <a:endParaRPr sz="2600" dirty="0"/>
          </a:p>
        </p:txBody>
      </p:sp>
      <p:sp>
        <p:nvSpPr>
          <p:cNvPr id="599" name="Google Shape;599;p53">
            <a:hlinkClick r:id="" action="ppaction://hlinkshowjump?jump=previousslide"/>
          </p:cNvPr>
          <p:cNvSpPr/>
          <p:nvPr/>
        </p:nvSpPr>
        <p:spPr>
          <a:xfrm>
            <a:off x="4271527" y="4071118"/>
            <a:ext cx="318423" cy="302077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43" name="Google Shape;1010;p34">
            <a:extLst>
              <a:ext uri="{FF2B5EF4-FFF2-40B4-BE49-F238E27FC236}">
                <a16:creationId xmlns:a16="http://schemas.microsoft.com/office/drawing/2014/main" id="{C97FE8F0-EAF8-44F2-A1FB-D6985553B693}"/>
              </a:ext>
            </a:extLst>
          </p:cNvPr>
          <p:cNvSpPr/>
          <p:nvPr/>
        </p:nvSpPr>
        <p:spPr>
          <a:xfrm>
            <a:off x="691307" y="2358552"/>
            <a:ext cx="1553041" cy="1776715"/>
          </a:xfrm>
          <a:custGeom>
            <a:avLst/>
            <a:gdLst/>
            <a:ahLst/>
            <a:cxnLst/>
            <a:rect l="l" t="t" r="r" b="b"/>
            <a:pathLst>
              <a:path w="10453" h="15826" extrusionOk="0">
                <a:moveTo>
                  <a:pt x="9051" y="191"/>
                </a:moveTo>
                <a:cubicBezTo>
                  <a:pt x="9728" y="191"/>
                  <a:pt x="10255" y="724"/>
                  <a:pt x="10255" y="1373"/>
                </a:cubicBezTo>
                <a:lnTo>
                  <a:pt x="10255" y="14425"/>
                </a:lnTo>
                <a:cubicBezTo>
                  <a:pt x="10255" y="15079"/>
                  <a:pt x="9728" y="15635"/>
                  <a:pt x="9051" y="15635"/>
                </a:cubicBezTo>
                <a:lnTo>
                  <a:pt x="1378" y="15635"/>
                </a:lnTo>
                <a:cubicBezTo>
                  <a:pt x="724" y="15635"/>
                  <a:pt x="197" y="15079"/>
                  <a:pt x="197" y="14425"/>
                </a:cubicBezTo>
                <a:lnTo>
                  <a:pt x="197" y="1373"/>
                </a:lnTo>
                <a:cubicBezTo>
                  <a:pt x="197" y="724"/>
                  <a:pt x="724" y="191"/>
                  <a:pt x="1378" y="191"/>
                </a:cubicBezTo>
                <a:close/>
                <a:moveTo>
                  <a:pt x="1378" y="0"/>
                </a:moveTo>
                <a:cubicBezTo>
                  <a:pt x="608" y="0"/>
                  <a:pt x="0" y="626"/>
                  <a:pt x="0" y="1373"/>
                </a:cubicBezTo>
                <a:lnTo>
                  <a:pt x="0" y="14425"/>
                </a:lnTo>
                <a:cubicBezTo>
                  <a:pt x="0" y="15200"/>
                  <a:pt x="608" y="15826"/>
                  <a:pt x="1378" y="15826"/>
                </a:cubicBezTo>
                <a:lnTo>
                  <a:pt x="9051" y="15826"/>
                </a:lnTo>
                <a:cubicBezTo>
                  <a:pt x="9821" y="15826"/>
                  <a:pt x="10452" y="15200"/>
                  <a:pt x="10452" y="14425"/>
                </a:cubicBezTo>
                <a:lnTo>
                  <a:pt x="10452" y="1373"/>
                </a:lnTo>
                <a:cubicBezTo>
                  <a:pt x="10452" y="626"/>
                  <a:pt x="9821" y="0"/>
                  <a:pt x="9051" y="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1011;p34">
            <a:extLst>
              <a:ext uri="{FF2B5EF4-FFF2-40B4-BE49-F238E27FC236}">
                <a16:creationId xmlns:a16="http://schemas.microsoft.com/office/drawing/2014/main" id="{6F567D12-9BA9-4EE9-83C3-4DFD4060B81A}"/>
              </a:ext>
            </a:extLst>
          </p:cNvPr>
          <p:cNvSpPr/>
          <p:nvPr/>
        </p:nvSpPr>
        <p:spPr>
          <a:xfrm>
            <a:off x="1454101" y="1974431"/>
            <a:ext cx="21667" cy="403146"/>
          </a:xfrm>
          <a:custGeom>
            <a:avLst/>
            <a:gdLst/>
            <a:ahLst/>
            <a:cxnLst/>
            <a:rect l="l" t="t" r="r" b="b"/>
            <a:pathLst>
              <a:path w="193" h="3591" extrusionOk="0">
                <a:moveTo>
                  <a:pt x="1" y="1"/>
                </a:moveTo>
                <a:lnTo>
                  <a:pt x="1" y="3591"/>
                </a:lnTo>
                <a:lnTo>
                  <a:pt x="192" y="3591"/>
                </a:lnTo>
                <a:lnTo>
                  <a:pt x="192" y="1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" name="Google Shape;1012;p34">
            <a:extLst>
              <a:ext uri="{FF2B5EF4-FFF2-40B4-BE49-F238E27FC236}">
                <a16:creationId xmlns:a16="http://schemas.microsoft.com/office/drawing/2014/main" id="{DBD1C6ED-DCA8-4A36-B582-18F969E83BC7}"/>
              </a:ext>
            </a:extLst>
          </p:cNvPr>
          <p:cNvSpPr/>
          <p:nvPr/>
        </p:nvSpPr>
        <p:spPr>
          <a:xfrm>
            <a:off x="1026377" y="1051885"/>
            <a:ext cx="904299" cy="905085"/>
          </a:xfrm>
          <a:custGeom>
            <a:avLst/>
            <a:gdLst/>
            <a:ahLst/>
            <a:cxnLst/>
            <a:rect l="l" t="t" r="r" b="b"/>
            <a:pathLst>
              <a:path w="8055" h="8062" extrusionOk="0">
                <a:moveTo>
                  <a:pt x="4025" y="198"/>
                </a:moveTo>
                <a:cubicBezTo>
                  <a:pt x="6150" y="198"/>
                  <a:pt x="7864" y="1912"/>
                  <a:pt x="7864" y="4031"/>
                </a:cubicBezTo>
                <a:cubicBezTo>
                  <a:pt x="7864" y="6156"/>
                  <a:pt x="6150" y="7870"/>
                  <a:pt x="4025" y="7870"/>
                </a:cubicBezTo>
                <a:cubicBezTo>
                  <a:pt x="1905" y="7870"/>
                  <a:pt x="191" y="6156"/>
                  <a:pt x="191" y="4031"/>
                </a:cubicBezTo>
                <a:cubicBezTo>
                  <a:pt x="191" y="1912"/>
                  <a:pt x="1905" y="198"/>
                  <a:pt x="4025" y="198"/>
                </a:cubicBezTo>
                <a:close/>
                <a:moveTo>
                  <a:pt x="4025" y="1"/>
                </a:moveTo>
                <a:cubicBezTo>
                  <a:pt x="1807" y="1"/>
                  <a:pt x="0" y="1813"/>
                  <a:pt x="0" y="4031"/>
                </a:cubicBezTo>
                <a:cubicBezTo>
                  <a:pt x="0" y="6254"/>
                  <a:pt x="1807" y="8061"/>
                  <a:pt x="4025" y="8061"/>
                </a:cubicBezTo>
                <a:cubicBezTo>
                  <a:pt x="6248" y="8061"/>
                  <a:pt x="8055" y="6254"/>
                  <a:pt x="8055" y="4031"/>
                </a:cubicBezTo>
                <a:cubicBezTo>
                  <a:pt x="8055" y="1813"/>
                  <a:pt x="6248" y="1"/>
                  <a:pt x="4025" y="1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1014;p34">
            <a:extLst>
              <a:ext uri="{FF2B5EF4-FFF2-40B4-BE49-F238E27FC236}">
                <a16:creationId xmlns:a16="http://schemas.microsoft.com/office/drawing/2014/main" id="{544AD263-EEF6-4D57-84C2-44CA88A8F355}"/>
              </a:ext>
            </a:extLst>
          </p:cNvPr>
          <p:cNvSpPr/>
          <p:nvPr/>
        </p:nvSpPr>
        <p:spPr>
          <a:xfrm>
            <a:off x="1194101" y="1220283"/>
            <a:ext cx="571544" cy="571544"/>
          </a:xfrm>
          <a:custGeom>
            <a:avLst/>
            <a:gdLst/>
            <a:ahLst/>
            <a:cxnLst/>
            <a:rect l="l" t="t" r="r" b="b"/>
            <a:pathLst>
              <a:path w="5091" h="5091" extrusionOk="0">
                <a:moveTo>
                  <a:pt x="2531" y="0"/>
                </a:moveTo>
                <a:cubicBezTo>
                  <a:pt x="1135" y="0"/>
                  <a:pt x="0" y="1135"/>
                  <a:pt x="0" y="2531"/>
                </a:cubicBezTo>
                <a:cubicBezTo>
                  <a:pt x="0" y="3932"/>
                  <a:pt x="1135" y="5090"/>
                  <a:pt x="2531" y="5090"/>
                </a:cubicBezTo>
                <a:cubicBezTo>
                  <a:pt x="3932" y="5090"/>
                  <a:pt x="5090" y="3932"/>
                  <a:pt x="5090" y="2531"/>
                </a:cubicBezTo>
                <a:cubicBezTo>
                  <a:pt x="5090" y="1135"/>
                  <a:pt x="3932" y="0"/>
                  <a:pt x="2531" y="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 b="1" dirty="0">
                <a:solidFill>
                  <a:schemeClr val="lt1"/>
                </a:solidFill>
                <a:latin typeface="Georgia Pro" panose="02040802050405020203" pitchFamily="18" charset="0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dirty="0">
              <a:solidFill>
                <a:schemeClr val="lt1"/>
              </a:solidFill>
              <a:latin typeface="Georgia Pro" panose="02040802050405020203" pitchFamily="18" charset="0"/>
            </a:endParaRPr>
          </a:p>
        </p:txBody>
      </p:sp>
      <p:sp>
        <p:nvSpPr>
          <p:cNvPr id="50" name="Google Shape;1009;p34">
            <a:extLst>
              <a:ext uri="{FF2B5EF4-FFF2-40B4-BE49-F238E27FC236}">
                <a16:creationId xmlns:a16="http://schemas.microsoft.com/office/drawing/2014/main" id="{A314E926-2FA4-4771-99EA-284C4DD125F8}"/>
              </a:ext>
            </a:extLst>
          </p:cNvPr>
          <p:cNvSpPr/>
          <p:nvPr/>
        </p:nvSpPr>
        <p:spPr>
          <a:xfrm>
            <a:off x="672735" y="2713699"/>
            <a:ext cx="70148" cy="1099416"/>
          </a:xfrm>
          <a:custGeom>
            <a:avLst/>
            <a:gdLst/>
            <a:ahLst/>
            <a:cxnLst/>
            <a:rect l="l" t="t" r="r" b="b"/>
            <a:pathLst>
              <a:path w="580" h="9793" extrusionOk="0">
                <a:moveTo>
                  <a:pt x="0" y="1"/>
                </a:moveTo>
                <a:lnTo>
                  <a:pt x="0" y="9793"/>
                </a:lnTo>
                <a:lnTo>
                  <a:pt x="579" y="9793"/>
                </a:lnTo>
                <a:lnTo>
                  <a:pt x="579" y="1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" name="Google Shape;1011;p34">
            <a:extLst>
              <a:ext uri="{FF2B5EF4-FFF2-40B4-BE49-F238E27FC236}">
                <a16:creationId xmlns:a16="http://schemas.microsoft.com/office/drawing/2014/main" id="{C2BF4584-9605-41F3-9544-45C943836C98}"/>
              </a:ext>
            </a:extLst>
          </p:cNvPr>
          <p:cNvSpPr/>
          <p:nvPr/>
        </p:nvSpPr>
        <p:spPr>
          <a:xfrm>
            <a:off x="3503905" y="1952384"/>
            <a:ext cx="21667" cy="432000"/>
          </a:xfrm>
          <a:custGeom>
            <a:avLst/>
            <a:gdLst/>
            <a:ahLst/>
            <a:cxnLst/>
            <a:rect l="l" t="t" r="r" b="b"/>
            <a:pathLst>
              <a:path w="193" h="3591" extrusionOk="0">
                <a:moveTo>
                  <a:pt x="1" y="1"/>
                </a:moveTo>
                <a:lnTo>
                  <a:pt x="1" y="3591"/>
                </a:lnTo>
                <a:lnTo>
                  <a:pt x="192" y="3591"/>
                </a:lnTo>
                <a:lnTo>
                  <a:pt x="192" y="1"/>
                </a:lnTo>
                <a:close/>
              </a:path>
            </a:pathLst>
          </a:cu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1012;p34">
            <a:extLst>
              <a:ext uri="{FF2B5EF4-FFF2-40B4-BE49-F238E27FC236}">
                <a16:creationId xmlns:a16="http://schemas.microsoft.com/office/drawing/2014/main" id="{5942F2DE-FF45-4414-8C7D-F9C399784265}"/>
              </a:ext>
            </a:extLst>
          </p:cNvPr>
          <p:cNvSpPr/>
          <p:nvPr/>
        </p:nvSpPr>
        <p:spPr>
          <a:xfrm>
            <a:off x="3062589" y="1036283"/>
            <a:ext cx="904299" cy="905085"/>
          </a:xfrm>
          <a:custGeom>
            <a:avLst/>
            <a:gdLst/>
            <a:ahLst/>
            <a:cxnLst/>
            <a:rect l="l" t="t" r="r" b="b"/>
            <a:pathLst>
              <a:path w="8055" h="8062" extrusionOk="0">
                <a:moveTo>
                  <a:pt x="4025" y="198"/>
                </a:moveTo>
                <a:cubicBezTo>
                  <a:pt x="6150" y="198"/>
                  <a:pt x="7864" y="1912"/>
                  <a:pt x="7864" y="4031"/>
                </a:cubicBezTo>
                <a:cubicBezTo>
                  <a:pt x="7864" y="6156"/>
                  <a:pt x="6150" y="7870"/>
                  <a:pt x="4025" y="7870"/>
                </a:cubicBezTo>
                <a:cubicBezTo>
                  <a:pt x="1905" y="7870"/>
                  <a:pt x="191" y="6156"/>
                  <a:pt x="191" y="4031"/>
                </a:cubicBezTo>
                <a:cubicBezTo>
                  <a:pt x="191" y="1912"/>
                  <a:pt x="1905" y="198"/>
                  <a:pt x="4025" y="198"/>
                </a:cubicBezTo>
                <a:close/>
                <a:moveTo>
                  <a:pt x="4025" y="1"/>
                </a:moveTo>
                <a:cubicBezTo>
                  <a:pt x="1807" y="1"/>
                  <a:pt x="0" y="1813"/>
                  <a:pt x="0" y="4031"/>
                </a:cubicBezTo>
                <a:cubicBezTo>
                  <a:pt x="0" y="6254"/>
                  <a:pt x="1807" y="8061"/>
                  <a:pt x="4025" y="8061"/>
                </a:cubicBezTo>
                <a:cubicBezTo>
                  <a:pt x="6248" y="8061"/>
                  <a:pt x="8055" y="6254"/>
                  <a:pt x="8055" y="4031"/>
                </a:cubicBezTo>
                <a:cubicBezTo>
                  <a:pt x="8055" y="1813"/>
                  <a:pt x="6248" y="1"/>
                  <a:pt x="4025" y="1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1014;p34">
            <a:extLst>
              <a:ext uri="{FF2B5EF4-FFF2-40B4-BE49-F238E27FC236}">
                <a16:creationId xmlns:a16="http://schemas.microsoft.com/office/drawing/2014/main" id="{67EEC4F6-8BF3-4531-B717-F4F50FB42B5F}"/>
              </a:ext>
            </a:extLst>
          </p:cNvPr>
          <p:cNvSpPr/>
          <p:nvPr/>
        </p:nvSpPr>
        <p:spPr>
          <a:xfrm>
            <a:off x="3230315" y="1204681"/>
            <a:ext cx="571544" cy="571544"/>
          </a:xfrm>
          <a:custGeom>
            <a:avLst/>
            <a:gdLst/>
            <a:ahLst/>
            <a:cxnLst/>
            <a:rect l="l" t="t" r="r" b="b"/>
            <a:pathLst>
              <a:path w="5091" h="5091" extrusionOk="0">
                <a:moveTo>
                  <a:pt x="2531" y="0"/>
                </a:moveTo>
                <a:cubicBezTo>
                  <a:pt x="1135" y="0"/>
                  <a:pt x="0" y="1135"/>
                  <a:pt x="0" y="2531"/>
                </a:cubicBezTo>
                <a:cubicBezTo>
                  <a:pt x="0" y="3932"/>
                  <a:pt x="1135" y="5090"/>
                  <a:pt x="2531" y="5090"/>
                </a:cubicBezTo>
                <a:cubicBezTo>
                  <a:pt x="3932" y="5090"/>
                  <a:pt x="5090" y="3932"/>
                  <a:pt x="5090" y="2531"/>
                </a:cubicBezTo>
                <a:cubicBezTo>
                  <a:pt x="5090" y="1135"/>
                  <a:pt x="3932" y="0"/>
                  <a:pt x="2531" y="0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 b="1" dirty="0">
                <a:solidFill>
                  <a:schemeClr val="lt1"/>
                </a:solidFill>
                <a:latin typeface="Georgia Pro" panose="02040802050405020203" pitchFamily="18" charset="0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dirty="0">
              <a:solidFill>
                <a:schemeClr val="lt1"/>
              </a:solidFill>
              <a:latin typeface="Georgia Pro" panose="02040802050405020203" pitchFamily="18" charset="0"/>
            </a:endParaRPr>
          </a:p>
        </p:txBody>
      </p:sp>
      <p:sp>
        <p:nvSpPr>
          <p:cNvPr id="62" name="Google Shape;1012;p34">
            <a:extLst>
              <a:ext uri="{FF2B5EF4-FFF2-40B4-BE49-F238E27FC236}">
                <a16:creationId xmlns:a16="http://schemas.microsoft.com/office/drawing/2014/main" id="{EB0AA24E-9383-4915-B782-398C6F27077F}"/>
              </a:ext>
            </a:extLst>
          </p:cNvPr>
          <p:cNvSpPr/>
          <p:nvPr/>
        </p:nvSpPr>
        <p:spPr>
          <a:xfrm>
            <a:off x="5171715" y="1038602"/>
            <a:ext cx="904299" cy="905085"/>
          </a:xfrm>
          <a:custGeom>
            <a:avLst/>
            <a:gdLst/>
            <a:ahLst/>
            <a:cxnLst/>
            <a:rect l="l" t="t" r="r" b="b"/>
            <a:pathLst>
              <a:path w="8055" h="8062" extrusionOk="0">
                <a:moveTo>
                  <a:pt x="4025" y="198"/>
                </a:moveTo>
                <a:cubicBezTo>
                  <a:pt x="6150" y="198"/>
                  <a:pt x="7864" y="1912"/>
                  <a:pt x="7864" y="4031"/>
                </a:cubicBezTo>
                <a:cubicBezTo>
                  <a:pt x="7864" y="6156"/>
                  <a:pt x="6150" y="7870"/>
                  <a:pt x="4025" y="7870"/>
                </a:cubicBezTo>
                <a:cubicBezTo>
                  <a:pt x="1905" y="7870"/>
                  <a:pt x="191" y="6156"/>
                  <a:pt x="191" y="4031"/>
                </a:cubicBezTo>
                <a:cubicBezTo>
                  <a:pt x="191" y="1912"/>
                  <a:pt x="1905" y="198"/>
                  <a:pt x="4025" y="198"/>
                </a:cubicBezTo>
                <a:close/>
                <a:moveTo>
                  <a:pt x="4025" y="1"/>
                </a:moveTo>
                <a:cubicBezTo>
                  <a:pt x="1807" y="1"/>
                  <a:pt x="0" y="1813"/>
                  <a:pt x="0" y="4031"/>
                </a:cubicBezTo>
                <a:cubicBezTo>
                  <a:pt x="0" y="6254"/>
                  <a:pt x="1807" y="8061"/>
                  <a:pt x="4025" y="8061"/>
                </a:cubicBezTo>
                <a:cubicBezTo>
                  <a:pt x="6248" y="8061"/>
                  <a:pt x="8055" y="6254"/>
                  <a:pt x="8055" y="4031"/>
                </a:cubicBezTo>
                <a:cubicBezTo>
                  <a:pt x="8055" y="1813"/>
                  <a:pt x="6248" y="1"/>
                  <a:pt x="4025" y="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1014;p34">
            <a:extLst>
              <a:ext uri="{FF2B5EF4-FFF2-40B4-BE49-F238E27FC236}">
                <a16:creationId xmlns:a16="http://schemas.microsoft.com/office/drawing/2014/main" id="{672D7228-4E6B-4090-B657-223C6D519A49}"/>
              </a:ext>
            </a:extLst>
          </p:cNvPr>
          <p:cNvSpPr/>
          <p:nvPr/>
        </p:nvSpPr>
        <p:spPr>
          <a:xfrm>
            <a:off x="5339440" y="1207001"/>
            <a:ext cx="571544" cy="571544"/>
          </a:xfrm>
          <a:custGeom>
            <a:avLst/>
            <a:gdLst/>
            <a:ahLst/>
            <a:cxnLst/>
            <a:rect l="l" t="t" r="r" b="b"/>
            <a:pathLst>
              <a:path w="5091" h="5091" extrusionOk="0">
                <a:moveTo>
                  <a:pt x="2531" y="0"/>
                </a:moveTo>
                <a:cubicBezTo>
                  <a:pt x="1135" y="0"/>
                  <a:pt x="0" y="1135"/>
                  <a:pt x="0" y="2531"/>
                </a:cubicBezTo>
                <a:cubicBezTo>
                  <a:pt x="0" y="3932"/>
                  <a:pt x="1135" y="5090"/>
                  <a:pt x="2531" y="5090"/>
                </a:cubicBezTo>
                <a:cubicBezTo>
                  <a:pt x="3932" y="5090"/>
                  <a:pt x="5090" y="3932"/>
                  <a:pt x="5090" y="2531"/>
                </a:cubicBezTo>
                <a:cubicBezTo>
                  <a:pt x="5090" y="1135"/>
                  <a:pt x="3932" y="0"/>
                  <a:pt x="2531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 b="1" dirty="0">
                <a:solidFill>
                  <a:schemeClr val="lt1"/>
                </a:solidFill>
                <a:latin typeface="Georgia Pro" panose="02040802050405020203" pitchFamily="18" charset="0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dirty="0">
              <a:solidFill>
                <a:schemeClr val="lt1"/>
              </a:solidFill>
              <a:latin typeface="Georgia Pro" panose="02040802050405020203" pitchFamily="18" charset="0"/>
            </a:endParaRPr>
          </a:p>
        </p:txBody>
      </p:sp>
      <p:sp>
        <p:nvSpPr>
          <p:cNvPr id="71" name="Google Shape;1012;p34">
            <a:extLst>
              <a:ext uri="{FF2B5EF4-FFF2-40B4-BE49-F238E27FC236}">
                <a16:creationId xmlns:a16="http://schemas.microsoft.com/office/drawing/2014/main" id="{7FA50687-73A6-433A-8C87-995D270A5281}"/>
              </a:ext>
            </a:extLst>
          </p:cNvPr>
          <p:cNvSpPr/>
          <p:nvPr/>
        </p:nvSpPr>
        <p:spPr>
          <a:xfrm>
            <a:off x="7280726" y="1033381"/>
            <a:ext cx="904299" cy="905085"/>
          </a:xfrm>
          <a:custGeom>
            <a:avLst/>
            <a:gdLst/>
            <a:ahLst/>
            <a:cxnLst/>
            <a:rect l="l" t="t" r="r" b="b"/>
            <a:pathLst>
              <a:path w="8055" h="8062" extrusionOk="0">
                <a:moveTo>
                  <a:pt x="4025" y="198"/>
                </a:moveTo>
                <a:cubicBezTo>
                  <a:pt x="6150" y="198"/>
                  <a:pt x="7864" y="1912"/>
                  <a:pt x="7864" y="4031"/>
                </a:cubicBezTo>
                <a:cubicBezTo>
                  <a:pt x="7864" y="6156"/>
                  <a:pt x="6150" y="7870"/>
                  <a:pt x="4025" y="7870"/>
                </a:cubicBezTo>
                <a:cubicBezTo>
                  <a:pt x="1905" y="7870"/>
                  <a:pt x="191" y="6156"/>
                  <a:pt x="191" y="4031"/>
                </a:cubicBezTo>
                <a:cubicBezTo>
                  <a:pt x="191" y="1912"/>
                  <a:pt x="1905" y="198"/>
                  <a:pt x="4025" y="198"/>
                </a:cubicBezTo>
                <a:close/>
                <a:moveTo>
                  <a:pt x="4025" y="1"/>
                </a:moveTo>
                <a:cubicBezTo>
                  <a:pt x="1807" y="1"/>
                  <a:pt x="0" y="1813"/>
                  <a:pt x="0" y="4031"/>
                </a:cubicBezTo>
                <a:cubicBezTo>
                  <a:pt x="0" y="6254"/>
                  <a:pt x="1807" y="8061"/>
                  <a:pt x="4025" y="8061"/>
                </a:cubicBezTo>
                <a:cubicBezTo>
                  <a:pt x="6248" y="8061"/>
                  <a:pt x="8055" y="6254"/>
                  <a:pt x="8055" y="4031"/>
                </a:cubicBezTo>
                <a:cubicBezTo>
                  <a:pt x="8055" y="1813"/>
                  <a:pt x="6248" y="1"/>
                  <a:pt x="4025" y="1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1014;p34">
            <a:extLst>
              <a:ext uri="{FF2B5EF4-FFF2-40B4-BE49-F238E27FC236}">
                <a16:creationId xmlns:a16="http://schemas.microsoft.com/office/drawing/2014/main" id="{A84CCFA0-60BB-490C-B651-D5EFA102EE16}"/>
              </a:ext>
            </a:extLst>
          </p:cNvPr>
          <p:cNvSpPr/>
          <p:nvPr/>
        </p:nvSpPr>
        <p:spPr>
          <a:xfrm>
            <a:off x="7448451" y="1201780"/>
            <a:ext cx="571544" cy="571544"/>
          </a:xfrm>
          <a:custGeom>
            <a:avLst/>
            <a:gdLst/>
            <a:ahLst/>
            <a:cxnLst/>
            <a:rect l="l" t="t" r="r" b="b"/>
            <a:pathLst>
              <a:path w="5091" h="5091" extrusionOk="0">
                <a:moveTo>
                  <a:pt x="2531" y="0"/>
                </a:moveTo>
                <a:cubicBezTo>
                  <a:pt x="1135" y="0"/>
                  <a:pt x="0" y="1135"/>
                  <a:pt x="0" y="2531"/>
                </a:cubicBezTo>
                <a:cubicBezTo>
                  <a:pt x="0" y="3932"/>
                  <a:pt x="1135" y="5090"/>
                  <a:pt x="2531" y="5090"/>
                </a:cubicBezTo>
                <a:cubicBezTo>
                  <a:pt x="3932" y="5090"/>
                  <a:pt x="5090" y="3932"/>
                  <a:pt x="5090" y="2531"/>
                </a:cubicBezTo>
                <a:cubicBezTo>
                  <a:pt x="5090" y="1135"/>
                  <a:pt x="3932" y="0"/>
                  <a:pt x="2531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 b="1" dirty="0">
                <a:solidFill>
                  <a:schemeClr val="lt1"/>
                </a:solidFill>
                <a:latin typeface="Georgia Pro" panose="02040802050405020203" pitchFamily="18" charset="0"/>
                <a:ea typeface="Fira Sans Extra Condensed"/>
                <a:cs typeface="Fira Sans Extra Condensed"/>
                <a:sym typeface="Fira Sans Extra Condensed"/>
              </a:rPr>
              <a:t>04</a:t>
            </a:r>
            <a:endParaRPr dirty="0">
              <a:solidFill>
                <a:schemeClr val="lt1"/>
              </a:solidFill>
              <a:latin typeface="Georgia Pro" panose="02040802050405020203" pitchFamily="18" charset="0"/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EDE404A-1624-4DAF-AC61-F5DC9AA09A6E}"/>
              </a:ext>
            </a:extLst>
          </p:cNvPr>
          <p:cNvCxnSpPr>
            <a:cxnSpLocks/>
          </p:cNvCxnSpPr>
          <p:nvPr/>
        </p:nvCxnSpPr>
        <p:spPr>
          <a:xfrm flipH="1">
            <a:off x="2139753" y="1492133"/>
            <a:ext cx="941538" cy="12294"/>
          </a:xfrm>
          <a:prstGeom prst="line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BC1E37F-D5B9-4061-A0BF-4C1A5EE10F80}"/>
              </a:ext>
            </a:extLst>
          </p:cNvPr>
          <p:cNvCxnSpPr>
            <a:cxnSpLocks/>
          </p:cNvCxnSpPr>
          <p:nvPr/>
        </p:nvCxnSpPr>
        <p:spPr>
          <a:xfrm flipH="1">
            <a:off x="4171459" y="1483545"/>
            <a:ext cx="1011281" cy="8587"/>
          </a:xfrm>
          <a:prstGeom prst="line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5" name="Google Shape;1013;p34">
            <a:extLst>
              <a:ext uri="{FF2B5EF4-FFF2-40B4-BE49-F238E27FC236}">
                <a16:creationId xmlns:a16="http://schemas.microsoft.com/office/drawing/2014/main" id="{D9EF2CBE-B9A7-4F2F-BA51-EDBA75CE61E7}"/>
              </a:ext>
            </a:extLst>
          </p:cNvPr>
          <p:cNvSpPr/>
          <p:nvPr/>
        </p:nvSpPr>
        <p:spPr>
          <a:xfrm>
            <a:off x="3035197" y="1009675"/>
            <a:ext cx="1170370" cy="961555"/>
          </a:xfrm>
          <a:custGeom>
            <a:avLst/>
            <a:gdLst/>
            <a:ahLst/>
            <a:cxnLst/>
            <a:rect l="l" t="t" r="r" b="b"/>
            <a:pathLst>
              <a:path w="10425" h="8565" extrusionOk="0">
                <a:moveTo>
                  <a:pt x="4269" y="0"/>
                </a:moveTo>
                <a:cubicBezTo>
                  <a:pt x="1906" y="0"/>
                  <a:pt x="1" y="1905"/>
                  <a:pt x="1" y="4268"/>
                </a:cubicBezTo>
                <a:cubicBezTo>
                  <a:pt x="1" y="6636"/>
                  <a:pt x="1906" y="8564"/>
                  <a:pt x="4269" y="8564"/>
                </a:cubicBezTo>
                <a:cubicBezTo>
                  <a:pt x="6515" y="8564"/>
                  <a:pt x="8374" y="6804"/>
                  <a:pt x="8542" y="4610"/>
                </a:cubicBezTo>
                <a:lnTo>
                  <a:pt x="8930" y="4610"/>
                </a:lnTo>
                <a:lnTo>
                  <a:pt x="8930" y="5044"/>
                </a:lnTo>
                <a:cubicBezTo>
                  <a:pt x="8930" y="5183"/>
                  <a:pt x="9044" y="5274"/>
                  <a:pt x="9163" y="5274"/>
                </a:cubicBezTo>
                <a:cubicBezTo>
                  <a:pt x="9206" y="5274"/>
                  <a:pt x="9250" y="5261"/>
                  <a:pt x="9289" y="5235"/>
                </a:cubicBezTo>
                <a:lnTo>
                  <a:pt x="10302" y="4436"/>
                </a:lnTo>
                <a:cubicBezTo>
                  <a:pt x="10424" y="4366"/>
                  <a:pt x="10424" y="4198"/>
                  <a:pt x="10302" y="4100"/>
                </a:cubicBezTo>
                <a:lnTo>
                  <a:pt x="9289" y="3330"/>
                </a:lnTo>
                <a:cubicBezTo>
                  <a:pt x="9245" y="3293"/>
                  <a:pt x="9195" y="3276"/>
                  <a:pt x="9146" y="3276"/>
                </a:cubicBezTo>
                <a:cubicBezTo>
                  <a:pt x="9034" y="3276"/>
                  <a:pt x="8930" y="3365"/>
                  <a:pt x="8930" y="3498"/>
                </a:cubicBezTo>
                <a:lnTo>
                  <a:pt x="8930" y="3932"/>
                </a:lnTo>
                <a:lnTo>
                  <a:pt x="8253" y="3932"/>
                </a:lnTo>
                <a:cubicBezTo>
                  <a:pt x="8033" y="3932"/>
                  <a:pt x="7888" y="4100"/>
                  <a:pt x="7888" y="4291"/>
                </a:cubicBezTo>
                <a:cubicBezTo>
                  <a:pt x="7865" y="6271"/>
                  <a:pt x="6249" y="7887"/>
                  <a:pt x="4269" y="7887"/>
                </a:cubicBezTo>
                <a:cubicBezTo>
                  <a:pt x="2294" y="7887"/>
                  <a:pt x="678" y="6271"/>
                  <a:pt x="678" y="4268"/>
                </a:cubicBezTo>
                <a:cubicBezTo>
                  <a:pt x="678" y="2293"/>
                  <a:pt x="2294" y="672"/>
                  <a:pt x="4269" y="672"/>
                </a:cubicBezTo>
                <a:lnTo>
                  <a:pt x="4269" y="0"/>
                </a:lnTo>
                <a:close/>
              </a:path>
            </a:pathLst>
          </a:custGeom>
          <a:solidFill>
            <a:schemeClr val="bg2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1013;p34">
            <a:extLst>
              <a:ext uri="{FF2B5EF4-FFF2-40B4-BE49-F238E27FC236}">
                <a16:creationId xmlns:a16="http://schemas.microsoft.com/office/drawing/2014/main" id="{86FC26E4-14AB-40D7-B362-D6B8446DD8FF}"/>
              </a:ext>
            </a:extLst>
          </p:cNvPr>
          <p:cNvSpPr/>
          <p:nvPr/>
        </p:nvSpPr>
        <p:spPr>
          <a:xfrm>
            <a:off x="998984" y="1025278"/>
            <a:ext cx="1170370" cy="961555"/>
          </a:xfrm>
          <a:custGeom>
            <a:avLst/>
            <a:gdLst/>
            <a:ahLst/>
            <a:cxnLst/>
            <a:rect l="l" t="t" r="r" b="b"/>
            <a:pathLst>
              <a:path w="10425" h="8565" extrusionOk="0">
                <a:moveTo>
                  <a:pt x="4269" y="0"/>
                </a:moveTo>
                <a:cubicBezTo>
                  <a:pt x="1906" y="0"/>
                  <a:pt x="1" y="1905"/>
                  <a:pt x="1" y="4268"/>
                </a:cubicBezTo>
                <a:cubicBezTo>
                  <a:pt x="1" y="6636"/>
                  <a:pt x="1906" y="8564"/>
                  <a:pt x="4269" y="8564"/>
                </a:cubicBezTo>
                <a:cubicBezTo>
                  <a:pt x="6515" y="8564"/>
                  <a:pt x="8374" y="6804"/>
                  <a:pt x="8542" y="4610"/>
                </a:cubicBezTo>
                <a:lnTo>
                  <a:pt x="8930" y="4610"/>
                </a:lnTo>
                <a:lnTo>
                  <a:pt x="8930" y="5044"/>
                </a:lnTo>
                <a:cubicBezTo>
                  <a:pt x="8930" y="5183"/>
                  <a:pt x="9044" y="5274"/>
                  <a:pt x="9163" y="5274"/>
                </a:cubicBezTo>
                <a:cubicBezTo>
                  <a:pt x="9206" y="5274"/>
                  <a:pt x="9250" y="5261"/>
                  <a:pt x="9289" y="5235"/>
                </a:cubicBezTo>
                <a:lnTo>
                  <a:pt x="10302" y="4436"/>
                </a:lnTo>
                <a:cubicBezTo>
                  <a:pt x="10424" y="4366"/>
                  <a:pt x="10424" y="4198"/>
                  <a:pt x="10302" y="4100"/>
                </a:cubicBezTo>
                <a:lnTo>
                  <a:pt x="9289" y="3330"/>
                </a:lnTo>
                <a:cubicBezTo>
                  <a:pt x="9245" y="3293"/>
                  <a:pt x="9195" y="3276"/>
                  <a:pt x="9146" y="3276"/>
                </a:cubicBezTo>
                <a:cubicBezTo>
                  <a:pt x="9034" y="3276"/>
                  <a:pt x="8930" y="3365"/>
                  <a:pt x="8930" y="3498"/>
                </a:cubicBezTo>
                <a:lnTo>
                  <a:pt x="8930" y="3932"/>
                </a:lnTo>
                <a:lnTo>
                  <a:pt x="8253" y="3932"/>
                </a:lnTo>
                <a:cubicBezTo>
                  <a:pt x="8033" y="3932"/>
                  <a:pt x="7888" y="4100"/>
                  <a:pt x="7888" y="4291"/>
                </a:cubicBezTo>
                <a:cubicBezTo>
                  <a:pt x="7865" y="6271"/>
                  <a:pt x="6249" y="7887"/>
                  <a:pt x="4269" y="7887"/>
                </a:cubicBezTo>
                <a:cubicBezTo>
                  <a:pt x="2294" y="7887"/>
                  <a:pt x="678" y="6271"/>
                  <a:pt x="678" y="4268"/>
                </a:cubicBezTo>
                <a:cubicBezTo>
                  <a:pt x="678" y="2293"/>
                  <a:pt x="2294" y="672"/>
                  <a:pt x="4269" y="672"/>
                </a:cubicBezTo>
                <a:lnTo>
                  <a:pt x="4269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9BA3E5F-22B2-4CED-B6E9-FB92650B466C}"/>
              </a:ext>
            </a:extLst>
          </p:cNvPr>
          <p:cNvSpPr txBox="1"/>
          <p:nvPr/>
        </p:nvSpPr>
        <p:spPr>
          <a:xfrm>
            <a:off x="712975" y="2552726"/>
            <a:ext cx="1531374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ontserrat" panose="00000500000000000000" pitchFamily="2" charset="0"/>
              </a:rPr>
              <a:t>Data Integration </a:t>
            </a:r>
          </a:p>
          <a:p>
            <a:pPr algn="ctr"/>
            <a:r>
              <a:rPr lang="en-GB" dirty="0">
                <a:latin typeface="Montserrat" panose="00000500000000000000" pitchFamily="2" charset="0"/>
              </a:rPr>
              <a:t>&amp;</a:t>
            </a:r>
          </a:p>
          <a:p>
            <a:pPr algn="ctr"/>
            <a:r>
              <a:rPr lang="en-GB" dirty="0" err="1">
                <a:latin typeface="Montserrat" panose="00000500000000000000" pitchFamily="2" charset="0"/>
              </a:rPr>
              <a:t>Preprocessing</a:t>
            </a:r>
            <a:endParaRPr lang="en-GB" dirty="0">
              <a:latin typeface="Montserrat" panose="00000500000000000000" pitchFamily="2" charset="0"/>
            </a:endParaRPr>
          </a:p>
          <a:p>
            <a:pPr algn="ctr"/>
            <a:endParaRPr lang="en-GB" sz="1500" dirty="0">
              <a:latin typeface="Montserrat" panose="00000500000000000000" pitchFamily="2" charset="0"/>
            </a:endParaRPr>
          </a:p>
          <a:p>
            <a:pPr algn="ctr"/>
            <a:r>
              <a:rPr lang="en-GB" sz="1500" b="1" dirty="0" err="1">
                <a:latin typeface="Montserrat" panose="00000500000000000000" pitchFamily="2" charset="0"/>
              </a:rPr>
              <a:t>BigQuery</a:t>
            </a:r>
            <a:r>
              <a:rPr lang="en-GB" sz="1500" dirty="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109" name="Google Shape;1010;p34">
            <a:extLst>
              <a:ext uri="{FF2B5EF4-FFF2-40B4-BE49-F238E27FC236}">
                <a16:creationId xmlns:a16="http://schemas.microsoft.com/office/drawing/2014/main" id="{8FDA545F-9150-455A-BFF3-5ADDC818B321}"/>
              </a:ext>
            </a:extLst>
          </p:cNvPr>
          <p:cNvSpPr/>
          <p:nvPr/>
        </p:nvSpPr>
        <p:spPr>
          <a:xfrm>
            <a:off x="2739202" y="2368010"/>
            <a:ext cx="1553041" cy="1776715"/>
          </a:xfrm>
          <a:custGeom>
            <a:avLst/>
            <a:gdLst/>
            <a:ahLst/>
            <a:cxnLst/>
            <a:rect l="l" t="t" r="r" b="b"/>
            <a:pathLst>
              <a:path w="10453" h="15826" extrusionOk="0">
                <a:moveTo>
                  <a:pt x="9051" y="191"/>
                </a:moveTo>
                <a:cubicBezTo>
                  <a:pt x="9728" y="191"/>
                  <a:pt x="10255" y="724"/>
                  <a:pt x="10255" y="1373"/>
                </a:cubicBezTo>
                <a:lnTo>
                  <a:pt x="10255" y="14425"/>
                </a:lnTo>
                <a:cubicBezTo>
                  <a:pt x="10255" y="15079"/>
                  <a:pt x="9728" y="15635"/>
                  <a:pt x="9051" y="15635"/>
                </a:cubicBezTo>
                <a:lnTo>
                  <a:pt x="1378" y="15635"/>
                </a:lnTo>
                <a:cubicBezTo>
                  <a:pt x="724" y="15635"/>
                  <a:pt x="197" y="15079"/>
                  <a:pt x="197" y="14425"/>
                </a:cubicBezTo>
                <a:lnTo>
                  <a:pt x="197" y="1373"/>
                </a:lnTo>
                <a:cubicBezTo>
                  <a:pt x="197" y="724"/>
                  <a:pt x="724" y="191"/>
                  <a:pt x="1378" y="191"/>
                </a:cubicBezTo>
                <a:close/>
                <a:moveTo>
                  <a:pt x="1378" y="0"/>
                </a:moveTo>
                <a:cubicBezTo>
                  <a:pt x="608" y="0"/>
                  <a:pt x="0" y="626"/>
                  <a:pt x="0" y="1373"/>
                </a:cubicBezTo>
                <a:lnTo>
                  <a:pt x="0" y="14425"/>
                </a:lnTo>
                <a:cubicBezTo>
                  <a:pt x="0" y="15200"/>
                  <a:pt x="608" y="15826"/>
                  <a:pt x="1378" y="15826"/>
                </a:cubicBezTo>
                <a:lnTo>
                  <a:pt x="9051" y="15826"/>
                </a:lnTo>
                <a:cubicBezTo>
                  <a:pt x="9821" y="15826"/>
                  <a:pt x="10452" y="15200"/>
                  <a:pt x="10452" y="14425"/>
                </a:cubicBezTo>
                <a:lnTo>
                  <a:pt x="10452" y="1373"/>
                </a:lnTo>
                <a:cubicBezTo>
                  <a:pt x="10452" y="626"/>
                  <a:pt x="9821" y="0"/>
                  <a:pt x="9051" y="0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009;p34">
            <a:extLst>
              <a:ext uri="{FF2B5EF4-FFF2-40B4-BE49-F238E27FC236}">
                <a16:creationId xmlns:a16="http://schemas.microsoft.com/office/drawing/2014/main" id="{3B2707D2-F50D-4A4A-9634-D6D7CFC4A7F4}"/>
              </a:ext>
            </a:extLst>
          </p:cNvPr>
          <p:cNvSpPr/>
          <p:nvPr/>
        </p:nvSpPr>
        <p:spPr>
          <a:xfrm>
            <a:off x="2718562" y="2707905"/>
            <a:ext cx="70148" cy="1099416"/>
          </a:xfrm>
          <a:custGeom>
            <a:avLst/>
            <a:gdLst/>
            <a:ahLst/>
            <a:cxnLst/>
            <a:rect l="l" t="t" r="r" b="b"/>
            <a:pathLst>
              <a:path w="580" h="9793" extrusionOk="0">
                <a:moveTo>
                  <a:pt x="0" y="1"/>
                </a:moveTo>
                <a:lnTo>
                  <a:pt x="0" y="9793"/>
                </a:lnTo>
                <a:lnTo>
                  <a:pt x="579" y="9793"/>
                </a:lnTo>
                <a:lnTo>
                  <a:pt x="579" y="1"/>
                </a:lnTo>
                <a:close/>
              </a:path>
            </a:pathLst>
          </a:cu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011;p34">
            <a:extLst>
              <a:ext uri="{FF2B5EF4-FFF2-40B4-BE49-F238E27FC236}">
                <a16:creationId xmlns:a16="http://schemas.microsoft.com/office/drawing/2014/main" id="{838440A9-D968-483F-BA67-95754C1CE248}"/>
              </a:ext>
            </a:extLst>
          </p:cNvPr>
          <p:cNvSpPr/>
          <p:nvPr/>
        </p:nvSpPr>
        <p:spPr>
          <a:xfrm>
            <a:off x="5614976" y="1916847"/>
            <a:ext cx="21667" cy="450000"/>
          </a:xfrm>
          <a:custGeom>
            <a:avLst/>
            <a:gdLst/>
            <a:ahLst/>
            <a:cxnLst/>
            <a:rect l="l" t="t" r="r" b="b"/>
            <a:pathLst>
              <a:path w="193" h="3591" extrusionOk="0">
                <a:moveTo>
                  <a:pt x="1" y="1"/>
                </a:moveTo>
                <a:lnTo>
                  <a:pt x="1" y="3591"/>
                </a:lnTo>
                <a:lnTo>
                  <a:pt x="192" y="3591"/>
                </a:lnTo>
                <a:lnTo>
                  <a:pt x="192" y="1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010;p34">
            <a:extLst>
              <a:ext uri="{FF2B5EF4-FFF2-40B4-BE49-F238E27FC236}">
                <a16:creationId xmlns:a16="http://schemas.microsoft.com/office/drawing/2014/main" id="{AAE52AFC-1679-47DA-9E57-EAB0AB8F0556}"/>
              </a:ext>
            </a:extLst>
          </p:cNvPr>
          <p:cNvSpPr/>
          <p:nvPr/>
        </p:nvSpPr>
        <p:spPr>
          <a:xfrm>
            <a:off x="4849893" y="2355875"/>
            <a:ext cx="1553041" cy="1776715"/>
          </a:xfrm>
          <a:custGeom>
            <a:avLst/>
            <a:gdLst/>
            <a:ahLst/>
            <a:cxnLst/>
            <a:rect l="l" t="t" r="r" b="b"/>
            <a:pathLst>
              <a:path w="10453" h="15826" extrusionOk="0">
                <a:moveTo>
                  <a:pt x="9051" y="191"/>
                </a:moveTo>
                <a:cubicBezTo>
                  <a:pt x="9728" y="191"/>
                  <a:pt x="10255" y="724"/>
                  <a:pt x="10255" y="1373"/>
                </a:cubicBezTo>
                <a:lnTo>
                  <a:pt x="10255" y="14425"/>
                </a:lnTo>
                <a:cubicBezTo>
                  <a:pt x="10255" y="15079"/>
                  <a:pt x="9728" y="15635"/>
                  <a:pt x="9051" y="15635"/>
                </a:cubicBezTo>
                <a:lnTo>
                  <a:pt x="1378" y="15635"/>
                </a:lnTo>
                <a:cubicBezTo>
                  <a:pt x="724" y="15635"/>
                  <a:pt x="197" y="15079"/>
                  <a:pt x="197" y="14425"/>
                </a:cubicBezTo>
                <a:lnTo>
                  <a:pt x="197" y="1373"/>
                </a:lnTo>
                <a:cubicBezTo>
                  <a:pt x="197" y="724"/>
                  <a:pt x="724" y="191"/>
                  <a:pt x="1378" y="191"/>
                </a:cubicBezTo>
                <a:close/>
                <a:moveTo>
                  <a:pt x="1378" y="0"/>
                </a:moveTo>
                <a:cubicBezTo>
                  <a:pt x="608" y="0"/>
                  <a:pt x="0" y="626"/>
                  <a:pt x="0" y="1373"/>
                </a:cubicBezTo>
                <a:lnTo>
                  <a:pt x="0" y="14425"/>
                </a:lnTo>
                <a:cubicBezTo>
                  <a:pt x="0" y="15200"/>
                  <a:pt x="608" y="15826"/>
                  <a:pt x="1378" y="15826"/>
                </a:cubicBezTo>
                <a:lnTo>
                  <a:pt x="9051" y="15826"/>
                </a:lnTo>
                <a:cubicBezTo>
                  <a:pt x="9821" y="15826"/>
                  <a:pt x="10452" y="15200"/>
                  <a:pt x="10452" y="14425"/>
                </a:cubicBezTo>
                <a:lnTo>
                  <a:pt x="10452" y="1373"/>
                </a:lnTo>
                <a:cubicBezTo>
                  <a:pt x="10452" y="626"/>
                  <a:pt x="9821" y="0"/>
                  <a:pt x="9051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009;p34">
            <a:extLst>
              <a:ext uri="{FF2B5EF4-FFF2-40B4-BE49-F238E27FC236}">
                <a16:creationId xmlns:a16="http://schemas.microsoft.com/office/drawing/2014/main" id="{5230B7DE-0089-4996-832C-84B3E49C0BDB}"/>
              </a:ext>
            </a:extLst>
          </p:cNvPr>
          <p:cNvSpPr/>
          <p:nvPr/>
        </p:nvSpPr>
        <p:spPr>
          <a:xfrm>
            <a:off x="4830841" y="2695770"/>
            <a:ext cx="70148" cy="1099416"/>
          </a:xfrm>
          <a:custGeom>
            <a:avLst/>
            <a:gdLst/>
            <a:ahLst/>
            <a:cxnLst/>
            <a:rect l="l" t="t" r="r" b="b"/>
            <a:pathLst>
              <a:path w="580" h="9793" extrusionOk="0">
                <a:moveTo>
                  <a:pt x="0" y="1"/>
                </a:moveTo>
                <a:lnTo>
                  <a:pt x="0" y="9793"/>
                </a:lnTo>
                <a:lnTo>
                  <a:pt x="579" y="9793"/>
                </a:lnTo>
                <a:lnTo>
                  <a:pt x="579" y="1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5" name="Google Shape;1011;p34">
            <a:extLst>
              <a:ext uri="{FF2B5EF4-FFF2-40B4-BE49-F238E27FC236}">
                <a16:creationId xmlns:a16="http://schemas.microsoft.com/office/drawing/2014/main" id="{FCB38FDC-B6A9-47E9-A038-33AF641922E9}"/>
              </a:ext>
            </a:extLst>
          </p:cNvPr>
          <p:cNvSpPr/>
          <p:nvPr/>
        </p:nvSpPr>
        <p:spPr>
          <a:xfrm>
            <a:off x="7726047" y="1916847"/>
            <a:ext cx="21667" cy="450000"/>
          </a:xfrm>
          <a:custGeom>
            <a:avLst/>
            <a:gdLst/>
            <a:ahLst/>
            <a:cxnLst/>
            <a:rect l="l" t="t" r="r" b="b"/>
            <a:pathLst>
              <a:path w="193" h="3591" extrusionOk="0">
                <a:moveTo>
                  <a:pt x="1" y="1"/>
                </a:moveTo>
                <a:lnTo>
                  <a:pt x="1" y="3591"/>
                </a:lnTo>
                <a:lnTo>
                  <a:pt x="192" y="3591"/>
                </a:lnTo>
                <a:lnTo>
                  <a:pt x="192" y="1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010;p34">
            <a:extLst>
              <a:ext uri="{FF2B5EF4-FFF2-40B4-BE49-F238E27FC236}">
                <a16:creationId xmlns:a16="http://schemas.microsoft.com/office/drawing/2014/main" id="{FFEFB56B-B2F3-44AA-AFF3-49F7E3951BFC}"/>
              </a:ext>
            </a:extLst>
          </p:cNvPr>
          <p:cNvSpPr/>
          <p:nvPr/>
        </p:nvSpPr>
        <p:spPr>
          <a:xfrm>
            <a:off x="6960964" y="2355875"/>
            <a:ext cx="1553041" cy="1776715"/>
          </a:xfrm>
          <a:custGeom>
            <a:avLst/>
            <a:gdLst/>
            <a:ahLst/>
            <a:cxnLst/>
            <a:rect l="l" t="t" r="r" b="b"/>
            <a:pathLst>
              <a:path w="10453" h="15826" extrusionOk="0">
                <a:moveTo>
                  <a:pt x="9051" y="191"/>
                </a:moveTo>
                <a:cubicBezTo>
                  <a:pt x="9728" y="191"/>
                  <a:pt x="10255" y="724"/>
                  <a:pt x="10255" y="1373"/>
                </a:cubicBezTo>
                <a:lnTo>
                  <a:pt x="10255" y="14425"/>
                </a:lnTo>
                <a:cubicBezTo>
                  <a:pt x="10255" y="15079"/>
                  <a:pt x="9728" y="15635"/>
                  <a:pt x="9051" y="15635"/>
                </a:cubicBezTo>
                <a:lnTo>
                  <a:pt x="1378" y="15635"/>
                </a:lnTo>
                <a:cubicBezTo>
                  <a:pt x="724" y="15635"/>
                  <a:pt x="197" y="15079"/>
                  <a:pt x="197" y="14425"/>
                </a:cubicBezTo>
                <a:lnTo>
                  <a:pt x="197" y="1373"/>
                </a:lnTo>
                <a:cubicBezTo>
                  <a:pt x="197" y="724"/>
                  <a:pt x="724" y="191"/>
                  <a:pt x="1378" y="191"/>
                </a:cubicBezTo>
                <a:close/>
                <a:moveTo>
                  <a:pt x="1378" y="0"/>
                </a:moveTo>
                <a:cubicBezTo>
                  <a:pt x="608" y="0"/>
                  <a:pt x="0" y="626"/>
                  <a:pt x="0" y="1373"/>
                </a:cubicBezTo>
                <a:lnTo>
                  <a:pt x="0" y="14425"/>
                </a:lnTo>
                <a:cubicBezTo>
                  <a:pt x="0" y="15200"/>
                  <a:pt x="608" y="15826"/>
                  <a:pt x="1378" y="15826"/>
                </a:cubicBezTo>
                <a:lnTo>
                  <a:pt x="9051" y="15826"/>
                </a:lnTo>
                <a:cubicBezTo>
                  <a:pt x="9821" y="15826"/>
                  <a:pt x="10452" y="15200"/>
                  <a:pt x="10452" y="14425"/>
                </a:cubicBezTo>
                <a:lnTo>
                  <a:pt x="10452" y="1373"/>
                </a:lnTo>
                <a:cubicBezTo>
                  <a:pt x="10452" y="626"/>
                  <a:pt x="9821" y="0"/>
                  <a:pt x="9051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009;p34">
            <a:extLst>
              <a:ext uri="{FF2B5EF4-FFF2-40B4-BE49-F238E27FC236}">
                <a16:creationId xmlns:a16="http://schemas.microsoft.com/office/drawing/2014/main" id="{E67937EA-9B35-47FA-9035-5ED879A12B27}"/>
              </a:ext>
            </a:extLst>
          </p:cNvPr>
          <p:cNvSpPr/>
          <p:nvPr/>
        </p:nvSpPr>
        <p:spPr>
          <a:xfrm>
            <a:off x="6941912" y="2695770"/>
            <a:ext cx="70148" cy="1099416"/>
          </a:xfrm>
          <a:custGeom>
            <a:avLst/>
            <a:gdLst/>
            <a:ahLst/>
            <a:cxnLst/>
            <a:rect l="l" t="t" r="r" b="b"/>
            <a:pathLst>
              <a:path w="580" h="9793" extrusionOk="0">
                <a:moveTo>
                  <a:pt x="0" y="1"/>
                </a:moveTo>
                <a:lnTo>
                  <a:pt x="0" y="9793"/>
                </a:lnTo>
                <a:lnTo>
                  <a:pt x="579" y="9793"/>
                </a:lnTo>
                <a:lnTo>
                  <a:pt x="579" y="1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3ABC885-F385-48C2-9A33-6CCC1A0931D2}"/>
              </a:ext>
            </a:extLst>
          </p:cNvPr>
          <p:cNvSpPr txBox="1"/>
          <p:nvPr/>
        </p:nvSpPr>
        <p:spPr>
          <a:xfrm>
            <a:off x="2753636" y="2571750"/>
            <a:ext cx="1531374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ontserrat" panose="00000500000000000000" pitchFamily="2" charset="0"/>
              </a:rPr>
              <a:t>Feature Engineering </a:t>
            </a:r>
          </a:p>
          <a:p>
            <a:pPr algn="ctr"/>
            <a:r>
              <a:rPr lang="en-GB" dirty="0">
                <a:latin typeface="Montserrat" panose="00000500000000000000" pitchFamily="2" charset="0"/>
              </a:rPr>
              <a:t>&amp;</a:t>
            </a:r>
          </a:p>
          <a:p>
            <a:pPr algn="ctr"/>
            <a:r>
              <a:rPr lang="en-GB" dirty="0">
                <a:latin typeface="Montserrat" panose="00000500000000000000" pitchFamily="2" charset="0"/>
              </a:rPr>
              <a:t>Modelling</a:t>
            </a:r>
          </a:p>
          <a:p>
            <a:pPr algn="ctr"/>
            <a:endParaRPr lang="en-GB" sz="1500" dirty="0">
              <a:latin typeface="Montserrat" panose="00000500000000000000" pitchFamily="2" charset="0"/>
            </a:endParaRPr>
          </a:p>
          <a:p>
            <a:pPr algn="ctr"/>
            <a:r>
              <a:rPr lang="en-GB" sz="1500" b="1" dirty="0">
                <a:latin typeface="Montserrat" panose="00000500000000000000" pitchFamily="2" charset="0"/>
              </a:rPr>
              <a:t>Python</a:t>
            </a:r>
            <a:r>
              <a:rPr lang="en-GB" sz="1500" dirty="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5CDB1D6-0FDF-4D61-881F-37514CEA04FF}"/>
              </a:ext>
            </a:extLst>
          </p:cNvPr>
          <p:cNvSpPr txBox="1"/>
          <p:nvPr/>
        </p:nvSpPr>
        <p:spPr>
          <a:xfrm>
            <a:off x="4886275" y="2571750"/>
            <a:ext cx="1531374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ontserrat" panose="00000500000000000000" pitchFamily="2" charset="0"/>
              </a:rPr>
              <a:t>Risk Segmentation</a:t>
            </a:r>
          </a:p>
          <a:p>
            <a:pPr algn="ctr"/>
            <a:r>
              <a:rPr lang="en-GB" dirty="0">
                <a:latin typeface="Montserrat" panose="00000500000000000000" pitchFamily="2" charset="0"/>
              </a:rPr>
              <a:t>&amp;</a:t>
            </a:r>
          </a:p>
          <a:p>
            <a:pPr algn="ctr"/>
            <a:r>
              <a:rPr lang="en-GB" dirty="0">
                <a:latin typeface="Montserrat" panose="00000500000000000000" pitchFamily="2" charset="0"/>
              </a:rPr>
              <a:t>Insights</a:t>
            </a:r>
          </a:p>
          <a:p>
            <a:pPr algn="ctr"/>
            <a:endParaRPr lang="en-GB" sz="1500" dirty="0">
              <a:latin typeface="Montserrat" panose="00000500000000000000" pitchFamily="2" charset="0"/>
            </a:endParaRPr>
          </a:p>
          <a:p>
            <a:pPr algn="ctr"/>
            <a:r>
              <a:rPr lang="en-GB" sz="1500" b="1" dirty="0">
                <a:latin typeface="Montserrat" panose="00000500000000000000" pitchFamily="2" charset="0"/>
              </a:rPr>
              <a:t>Python</a:t>
            </a:r>
            <a:r>
              <a:rPr lang="en-GB" sz="1500" dirty="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5D4807B-BB1C-4AD0-8533-7771DD77BA67}"/>
              </a:ext>
            </a:extLst>
          </p:cNvPr>
          <p:cNvSpPr txBox="1"/>
          <p:nvPr/>
        </p:nvSpPr>
        <p:spPr>
          <a:xfrm>
            <a:off x="6957202" y="2571750"/>
            <a:ext cx="1531374" cy="1423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50" dirty="0">
                <a:latin typeface="Montserrat" panose="00000500000000000000" pitchFamily="2" charset="0"/>
              </a:rPr>
              <a:t>Interactive Dashboard</a:t>
            </a:r>
          </a:p>
          <a:p>
            <a:pPr algn="ctr"/>
            <a:endParaRPr lang="en-GB" dirty="0">
              <a:latin typeface="Montserrat" panose="00000500000000000000" pitchFamily="2" charset="0"/>
            </a:endParaRPr>
          </a:p>
          <a:p>
            <a:pPr algn="ctr"/>
            <a:endParaRPr lang="en-GB" dirty="0">
              <a:latin typeface="Montserrat" panose="00000500000000000000" pitchFamily="2" charset="0"/>
            </a:endParaRPr>
          </a:p>
          <a:p>
            <a:pPr algn="ctr"/>
            <a:endParaRPr lang="en-GB" sz="1450" dirty="0">
              <a:latin typeface="Montserrat" panose="00000500000000000000" pitchFamily="2" charset="0"/>
            </a:endParaRPr>
          </a:p>
          <a:p>
            <a:pPr algn="ctr"/>
            <a:r>
              <a:rPr lang="en-GB" sz="1500" b="1" dirty="0">
                <a:latin typeface="Montserrat" panose="00000500000000000000" pitchFamily="2" charset="0"/>
              </a:rPr>
              <a:t>Power BI</a:t>
            </a:r>
            <a:r>
              <a:rPr lang="en-GB" sz="1450" dirty="0">
                <a:latin typeface="Montserrat" panose="00000500000000000000" pitchFamily="2" charset="0"/>
              </a:rPr>
              <a:t> 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DB79F0A-8398-43E5-A518-F3528F737C88}"/>
              </a:ext>
            </a:extLst>
          </p:cNvPr>
          <p:cNvCxnSpPr>
            <a:cxnSpLocks/>
          </p:cNvCxnSpPr>
          <p:nvPr/>
        </p:nvCxnSpPr>
        <p:spPr>
          <a:xfrm flipH="1">
            <a:off x="6288120" y="1483548"/>
            <a:ext cx="1011281" cy="8587"/>
          </a:xfrm>
          <a:prstGeom prst="line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3" name="Google Shape;1013;p34">
            <a:extLst>
              <a:ext uri="{FF2B5EF4-FFF2-40B4-BE49-F238E27FC236}">
                <a16:creationId xmlns:a16="http://schemas.microsoft.com/office/drawing/2014/main" id="{510C46B4-D208-4736-B1F8-8253BB56CA07}"/>
              </a:ext>
            </a:extLst>
          </p:cNvPr>
          <p:cNvSpPr/>
          <p:nvPr/>
        </p:nvSpPr>
        <p:spPr>
          <a:xfrm>
            <a:off x="5144321" y="1011995"/>
            <a:ext cx="1170370" cy="961555"/>
          </a:xfrm>
          <a:custGeom>
            <a:avLst/>
            <a:gdLst/>
            <a:ahLst/>
            <a:cxnLst/>
            <a:rect l="l" t="t" r="r" b="b"/>
            <a:pathLst>
              <a:path w="10425" h="8565" extrusionOk="0">
                <a:moveTo>
                  <a:pt x="4269" y="0"/>
                </a:moveTo>
                <a:cubicBezTo>
                  <a:pt x="1906" y="0"/>
                  <a:pt x="1" y="1905"/>
                  <a:pt x="1" y="4268"/>
                </a:cubicBezTo>
                <a:cubicBezTo>
                  <a:pt x="1" y="6636"/>
                  <a:pt x="1906" y="8564"/>
                  <a:pt x="4269" y="8564"/>
                </a:cubicBezTo>
                <a:cubicBezTo>
                  <a:pt x="6515" y="8564"/>
                  <a:pt x="8374" y="6804"/>
                  <a:pt x="8542" y="4610"/>
                </a:cubicBezTo>
                <a:lnTo>
                  <a:pt x="8930" y="4610"/>
                </a:lnTo>
                <a:lnTo>
                  <a:pt x="8930" y="5044"/>
                </a:lnTo>
                <a:cubicBezTo>
                  <a:pt x="8930" y="5183"/>
                  <a:pt x="9044" y="5274"/>
                  <a:pt x="9163" y="5274"/>
                </a:cubicBezTo>
                <a:cubicBezTo>
                  <a:pt x="9206" y="5274"/>
                  <a:pt x="9250" y="5261"/>
                  <a:pt x="9289" y="5235"/>
                </a:cubicBezTo>
                <a:lnTo>
                  <a:pt x="10302" y="4436"/>
                </a:lnTo>
                <a:cubicBezTo>
                  <a:pt x="10424" y="4366"/>
                  <a:pt x="10424" y="4198"/>
                  <a:pt x="10302" y="4100"/>
                </a:cubicBezTo>
                <a:lnTo>
                  <a:pt x="9289" y="3330"/>
                </a:lnTo>
                <a:cubicBezTo>
                  <a:pt x="9245" y="3293"/>
                  <a:pt x="9195" y="3276"/>
                  <a:pt x="9146" y="3276"/>
                </a:cubicBezTo>
                <a:cubicBezTo>
                  <a:pt x="9034" y="3276"/>
                  <a:pt x="8930" y="3365"/>
                  <a:pt x="8930" y="3498"/>
                </a:cubicBezTo>
                <a:lnTo>
                  <a:pt x="8930" y="3932"/>
                </a:lnTo>
                <a:lnTo>
                  <a:pt x="8253" y="3932"/>
                </a:lnTo>
                <a:cubicBezTo>
                  <a:pt x="8033" y="3932"/>
                  <a:pt x="7888" y="4100"/>
                  <a:pt x="7888" y="4291"/>
                </a:cubicBezTo>
                <a:cubicBezTo>
                  <a:pt x="7865" y="6271"/>
                  <a:pt x="6249" y="7887"/>
                  <a:pt x="4269" y="7887"/>
                </a:cubicBezTo>
                <a:cubicBezTo>
                  <a:pt x="2294" y="7887"/>
                  <a:pt x="678" y="6271"/>
                  <a:pt x="678" y="4268"/>
                </a:cubicBezTo>
                <a:cubicBezTo>
                  <a:pt x="678" y="2293"/>
                  <a:pt x="2294" y="672"/>
                  <a:pt x="4269" y="672"/>
                </a:cubicBezTo>
                <a:lnTo>
                  <a:pt x="4269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30F7E4F2-FE72-4D23-B8F8-92CBC74C46B0}"/>
              </a:ext>
            </a:extLst>
          </p:cNvPr>
          <p:cNvSpPr/>
          <p:nvPr/>
        </p:nvSpPr>
        <p:spPr>
          <a:xfrm>
            <a:off x="7253445" y="1006774"/>
            <a:ext cx="954329" cy="961442"/>
          </a:xfrm>
          <a:custGeom>
            <a:avLst/>
            <a:gdLst>
              <a:gd name="connsiteX0" fmla="*/ 739872 w 1473613"/>
              <a:gd name="connsiteY0" fmla="*/ 0 h 1484598"/>
              <a:gd name="connsiteX1" fmla="*/ 739872 w 1473613"/>
              <a:gd name="connsiteY1" fmla="*/ 116493 h 1484598"/>
              <a:gd name="connsiteX2" fmla="*/ 117360 w 1473613"/>
              <a:gd name="connsiteY2" fmla="*/ 739872 h 1484598"/>
              <a:gd name="connsiteX3" fmla="*/ 739872 w 1473613"/>
              <a:gd name="connsiteY3" fmla="*/ 1367238 h 1484598"/>
              <a:gd name="connsiteX4" fmla="*/ 1367237 w 1473613"/>
              <a:gd name="connsiteY4" fmla="*/ 743859 h 1484598"/>
              <a:gd name="connsiteX5" fmla="*/ 1430511 w 1473613"/>
              <a:gd name="connsiteY5" fmla="*/ 681625 h 1484598"/>
              <a:gd name="connsiteX6" fmla="*/ 1473613 w 1473613"/>
              <a:gd name="connsiteY6" fmla="*/ 681625 h 1484598"/>
              <a:gd name="connsiteX7" fmla="*/ 1473613 w 1473613"/>
              <a:gd name="connsiteY7" fmla="*/ 839219 h 1484598"/>
              <a:gd name="connsiteX8" fmla="*/ 1456390 w 1473613"/>
              <a:gd name="connsiteY8" fmla="*/ 937810 h 1484598"/>
              <a:gd name="connsiteX9" fmla="*/ 739872 w 1473613"/>
              <a:gd name="connsiteY9" fmla="*/ 1484598 h 1484598"/>
              <a:gd name="connsiteX10" fmla="*/ 0 w 1473613"/>
              <a:gd name="connsiteY10" fmla="*/ 739872 h 1484598"/>
              <a:gd name="connsiteX11" fmla="*/ 739872 w 1473613"/>
              <a:gd name="connsiteY11" fmla="*/ 0 h 1484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3613" h="1484598">
                <a:moveTo>
                  <a:pt x="739872" y="0"/>
                </a:moveTo>
                <a:lnTo>
                  <a:pt x="739872" y="116493"/>
                </a:lnTo>
                <a:cubicBezTo>
                  <a:pt x="397499" y="116493"/>
                  <a:pt x="117360" y="397499"/>
                  <a:pt x="117360" y="739872"/>
                </a:cubicBezTo>
                <a:cubicBezTo>
                  <a:pt x="117360" y="1087099"/>
                  <a:pt x="397499" y="1367238"/>
                  <a:pt x="739872" y="1367238"/>
                </a:cubicBezTo>
                <a:cubicBezTo>
                  <a:pt x="1083111" y="1367238"/>
                  <a:pt x="1363250" y="1087099"/>
                  <a:pt x="1367237" y="743859"/>
                </a:cubicBezTo>
                <a:cubicBezTo>
                  <a:pt x="1367237" y="710749"/>
                  <a:pt x="1392374" y="681625"/>
                  <a:pt x="1430511" y="681625"/>
                </a:cubicBezTo>
                <a:lnTo>
                  <a:pt x="1473613" y="681625"/>
                </a:lnTo>
                <a:lnTo>
                  <a:pt x="1473613" y="839219"/>
                </a:lnTo>
                <a:lnTo>
                  <a:pt x="1456390" y="937810"/>
                </a:lnTo>
                <a:cubicBezTo>
                  <a:pt x="1369873" y="1251004"/>
                  <a:pt x="1080554" y="1484598"/>
                  <a:pt x="739872" y="1484598"/>
                </a:cubicBezTo>
                <a:cubicBezTo>
                  <a:pt x="330238" y="1484598"/>
                  <a:pt x="0" y="1150373"/>
                  <a:pt x="0" y="739872"/>
                </a:cubicBezTo>
                <a:cubicBezTo>
                  <a:pt x="0" y="330238"/>
                  <a:pt x="330238" y="0"/>
                  <a:pt x="739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8B1CBE-798B-4012-AB63-33F44F29E35E}"/>
              </a:ext>
            </a:extLst>
          </p:cNvPr>
          <p:cNvSpPr txBox="1"/>
          <p:nvPr/>
        </p:nvSpPr>
        <p:spPr>
          <a:xfrm>
            <a:off x="8661400" y="4835723"/>
            <a:ext cx="48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ontserrat" panose="00000500000000000000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51454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3"/>
          <p:cNvSpPr txBox="1">
            <a:spLocks noGrp="1"/>
          </p:cNvSpPr>
          <p:nvPr>
            <p:ph type="title"/>
          </p:nvPr>
        </p:nvSpPr>
        <p:spPr>
          <a:xfrm>
            <a:off x="679540" y="289785"/>
            <a:ext cx="7704000" cy="48270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-US" sz="2600" dirty="0"/>
              <a:t>Data Preparation &amp; Feature Engineering</a:t>
            </a:r>
            <a:endParaRPr sz="2600" dirty="0"/>
          </a:p>
        </p:txBody>
      </p:sp>
      <p:sp>
        <p:nvSpPr>
          <p:cNvPr id="597" name="Google Shape;597;p53"/>
          <p:cNvSpPr txBox="1">
            <a:spLocks noGrp="1"/>
          </p:cNvSpPr>
          <p:nvPr>
            <p:ph type="body" idx="4294967295"/>
          </p:nvPr>
        </p:nvSpPr>
        <p:spPr>
          <a:xfrm>
            <a:off x="679540" y="847488"/>
            <a:ext cx="7704000" cy="3290672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marL="0" indent="0">
              <a:buNone/>
            </a:pPr>
            <a:r>
              <a:rPr lang="en-US" sz="1600" b="1" u="sng" dirty="0">
                <a:solidFill>
                  <a:schemeClr val="dk1"/>
                </a:solidFill>
                <a:latin typeface="Montserrat" panose="00000500000000000000" pitchFamily="2" charset="0"/>
              </a:rPr>
              <a:t>Data Preparation:</a:t>
            </a:r>
          </a:p>
          <a:p>
            <a:pPr marL="0" indent="0">
              <a:buNone/>
            </a:pPr>
            <a:endParaRPr lang="en-US" sz="700" u="sng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285750" indent="-285750"/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Data cleaning including outlier treatment, sentinel value normalization, and category consolidation.</a:t>
            </a:r>
          </a:p>
          <a:p>
            <a:pPr marL="285750" indent="-285750"/>
            <a:endParaRPr lang="en-US" sz="500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285750" indent="-285750"/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Missing value handling with informative flags, temporal feature transformation, and data type conversions.</a:t>
            </a:r>
          </a:p>
          <a:p>
            <a:pPr marL="285750" indent="-285750"/>
            <a:endParaRPr lang="en-US" sz="700" b="1" u="sng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1600" b="1" u="sng" dirty="0">
                <a:solidFill>
                  <a:schemeClr val="dk1"/>
                </a:solidFill>
                <a:latin typeface="Montserrat" panose="00000500000000000000" pitchFamily="2" charset="0"/>
              </a:rPr>
              <a:t>Feature Engineering:</a:t>
            </a:r>
          </a:p>
          <a:p>
            <a:pPr marL="0" indent="0">
              <a:buNone/>
            </a:pPr>
            <a:endParaRPr lang="en-US" sz="700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285750" indent="-285750"/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Multi-table integration aggregating bureau and previous application data to construct historical credit behavior profiles.</a:t>
            </a:r>
          </a:p>
          <a:p>
            <a:pPr marL="285750" indent="-285750"/>
            <a:endParaRPr lang="en-US" sz="500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285750" indent="-285750"/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Feature selection using phi-k correlation for mixed variable types followed by multicollinearity analysis, reducing from 100+ to 36 relevant features.</a:t>
            </a:r>
          </a:p>
        </p:txBody>
      </p:sp>
      <p:sp>
        <p:nvSpPr>
          <p:cNvPr id="599" name="Google Shape;599;p53">
            <a:hlinkClick r:id="" action="ppaction://hlinkshowjump?jump=previousslide"/>
          </p:cNvPr>
          <p:cNvSpPr/>
          <p:nvPr/>
        </p:nvSpPr>
        <p:spPr>
          <a:xfrm>
            <a:off x="4207614" y="4213163"/>
            <a:ext cx="328725" cy="31185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9C95F5-765C-405D-B2CD-4C0B21495D95}"/>
              </a:ext>
            </a:extLst>
          </p:cNvPr>
          <p:cNvSpPr txBox="1"/>
          <p:nvPr/>
        </p:nvSpPr>
        <p:spPr>
          <a:xfrm>
            <a:off x="8661400" y="4835723"/>
            <a:ext cx="48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ontserrat" panose="00000500000000000000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04307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3"/>
          <p:cNvSpPr txBox="1">
            <a:spLocks noGrp="1"/>
          </p:cNvSpPr>
          <p:nvPr>
            <p:ph type="title"/>
          </p:nvPr>
        </p:nvSpPr>
        <p:spPr>
          <a:xfrm>
            <a:off x="679540" y="289785"/>
            <a:ext cx="7704000" cy="48270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-US" sz="2600" dirty="0"/>
              <a:t>Modelling Development</a:t>
            </a:r>
            <a:endParaRPr sz="2600" dirty="0"/>
          </a:p>
        </p:txBody>
      </p:sp>
      <p:sp>
        <p:nvSpPr>
          <p:cNvPr id="597" name="Google Shape;597;p53"/>
          <p:cNvSpPr txBox="1">
            <a:spLocks noGrp="1"/>
          </p:cNvSpPr>
          <p:nvPr>
            <p:ph type="body" idx="4294967295"/>
          </p:nvPr>
        </p:nvSpPr>
        <p:spPr>
          <a:xfrm>
            <a:off x="679540" y="847488"/>
            <a:ext cx="7704000" cy="3290672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marL="0" indent="0">
              <a:buNone/>
            </a:pPr>
            <a:r>
              <a:rPr lang="en-US" sz="1600" b="1" u="sng" dirty="0">
                <a:solidFill>
                  <a:schemeClr val="dk1"/>
                </a:solidFill>
                <a:latin typeface="Montserrat" panose="00000500000000000000" pitchFamily="2" charset="0"/>
              </a:rPr>
              <a:t>Modelling Setup:</a:t>
            </a:r>
          </a:p>
          <a:p>
            <a:pPr marL="0" indent="0">
              <a:buNone/>
            </a:pPr>
            <a:endParaRPr lang="en-US" sz="700" u="sng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285750" indent="-285750"/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80/20 stratified split with cross-validation for hyperparameter tuning to ensure robust performance estimates.</a:t>
            </a:r>
          </a:p>
          <a:p>
            <a:pPr marL="285750" indent="-285750"/>
            <a:endParaRPr lang="en-US" sz="500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285750" indent="-285750"/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Baseline logistic regression compared against </a:t>
            </a:r>
            <a:r>
              <a:rPr lang="en-US" sz="1500" dirty="0" err="1">
                <a:solidFill>
                  <a:schemeClr val="dk1"/>
                </a:solidFill>
                <a:latin typeface="Montserrat" panose="00000500000000000000" pitchFamily="2" charset="0"/>
              </a:rPr>
              <a:t>LightGBM</a:t>
            </a:r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 for native handling of missing values and mixed data types.</a:t>
            </a:r>
          </a:p>
          <a:p>
            <a:pPr marL="285750" indent="-285750"/>
            <a:endParaRPr lang="en-US" sz="700" b="1" u="sng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1600" b="1" u="sng" dirty="0">
                <a:solidFill>
                  <a:schemeClr val="dk1"/>
                </a:solidFill>
                <a:latin typeface="Montserrat" panose="00000500000000000000" pitchFamily="2" charset="0"/>
              </a:rPr>
              <a:t>Model Selection:</a:t>
            </a:r>
          </a:p>
          <a:p>
            <a:pPr marL="0" indent="0">
              <a:buNone/>
            </a:pPr>
            <a:endParaRPr lang="en-US" sz="700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285750" indent="-285750"/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Threshold optimization via cross-validation folds to prevent data leakage.</a:t>
            </a:r>
          </a:p>
          <a:p>
            <a:pPr marL="285750" indent="-285750"/>
            <a:endParaRPr lang="en-US" sz="500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285750" indent="-285750"/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Evaluation prioritizing recall and AUC given asymmetric costs of misclassification in default prediction.</a:t>
            </a:r>
          </a:p>
          <a:p>
            <a:pPr marL="285750" indent="-285750"/>
            <a:endParaRPr lang="en-US" sz="500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285750" indent="-285750"/>
            <a:r>
              <a:rPr lang="en-US" sz="1500" dirty="0" err="1">
                <a:solidFill>
                  <a:schemeClr val="dk1"/>
                </a:solidFill>
                <a:latin typeface="Montserrat" panose="00000500000000000000" pitchFamily="2" charset="0"/>
              </a:rPr>
              <a:t>LightGBM</a:t>
            </a:r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 selected for improved performance and computational efficiency.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D83015-912B-42B6-8F44-D93280E2407B}"/>
              </a:ext>
            </a:extLst>
          </p:cNvPr>
          <p:cNvSpPr txBox="1"/>
          <p:nvPr/>
        </p:nvSpPr>
        <p:spPr>
          <a:xfrm>
            <a:off x="8661400" y="4835723"/>
            <a:ext cx="48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ontserrat" panose="00000500000000000000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85520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742177-C58D-4B47-A353-DACF6AA07C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13" b="3813"/>
          <a:stretch/>
        </p:blipFill>
        <p:spPr>
          <a:xfrm>
            <a:off x="1396845" y="922329"/>
            <a:ext cx="6340677" cy="3445200"/>
          </a:xfrm>
          <a:prstGeom prst="rect">
            <a:avLst/>
          </a:prstGeom>
        </p:spPr>
      </p:pic>
      <p:sp>
        <p:nvSpPr>
          <p:cNvPr id="596" name="Google Shape;596;p53"/>
          <p:cNvSpPr txBox="1">
            <a:spLocks noGrp="1"/>
          </p:cNvSpPr>
          <p:nvPr>
            <p:ph type="title"/>
          </p:nvPr>
        </p:nvSpPr>
        <p:spPr>
          <a:xfrm>
            <a:off x="679540" y="289785"/>
            <a:ext cx="7704000" cy="48270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-US" sz="2600" dirty="0"/>
              <a:t>Model Performance</a:t>
            </a:r>
            <a:endParaRPr sz="2600" dirty="0"/>
          </a:p>
        </p:txBody>
      </p:sp>
      <p:sp>
        <p:nvSpPr>
          <p:cNvPr id="599" name="Google Shape;599;p53">
            <a:hlinkClick r:id="" action="ppaction://hlinkshowjump?jump=previousslide"/>
          </p:cNvPr>
          <p:cNvSpPr/>
          <p:nvPr/>
        </p:nvSpPr>
        <p:spPr>
          <a:xfrm>
            <a:off x="4207614" y="4213163"/>
            <a:ext cx="328725" cy="31185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96911B-9670-4B7F-84E5-6958A40CD4CD}"/>
              </a:ext>
            </a:extLst>
          </p:cNvPr>
          <p:cNvSpPr txBox="1"/>
          <p:nvPr/>
        </p:nvSpPr>
        <p:spPr>
          <a:xfrm>
            <a:off x="8661400" y="4835723"/>
            <a:ext cx="48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ontserrat" panose="00000500000000000000" pitchFamily="2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36489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3"/>
          <p:cNvSpPr txBox="1">
            <a:spLocks noGrp="1"/>
          </p:cNvSpPr>
          <p:nvPr>
            <p:ph type="title"/>
          </p:nvPr>
        </p:nvSpPr>
        <p:spPr>
          <a:xfrm>
            <a:off x="679540" y="289785"/>
            <a:ext cx="7704000" cy="48270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-US" sz="2600" dirty="0"/>
              <a:t>Risk Segmentation</a:t>
            </a:r>
            <a:endParaRPr sz="2600" dirty="0"/>
          </a:p>
        </p:txBody>
      </p:sp>
      <p:sp>
        <p:nvSpPr>
          <p:cNvPr id="597" name="Google Shape;597;p53"/>
          <p:cNvSpPr txBox="1">
            <a:spLocks noGrp="1"/>
          </p:cNvSpPr>
          <p:nvPr>
            <p:ph type="body" idx="4294967295"/>
          </p:nvPr>
        </p:nvSpPr>
        <p:spPr>
          <a:xfrm>
            <a:off x="679540" y="847488"/>
            <a:ext cx="7704000" cy="3290672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marL="0" indent="0">
              <a:buNone/>
            </a:pPr>
            <a:r>
              <a:rPr lang="en-US" sz="1600" b="1" u="sng" dirty="0">
                <a:solidFill>
                  <a:schemeClr val="dk1"/>
                </a:solidFill>
                <a:latin typeface="Montserrat" panose="00000500000000000000" pitchFamily="2" charset="0"/>
              </a:rPr>
              <a:t>Segmentation Approach:</a:t>
            </a:r>
          </a:p>
          <a:p>
            <a:pPr marL="0" indent="0">
              <a:buNone/>
            </a:pPr>
            <a:endParaRPr lang="en-US" sz="700" u="sng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285750" indent="-285750"/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Four-tier risk classification with Very Low (&lt;5%), Low (5-10%), Medium (10-20%), and High (≥20%) based on model predicted probabilities of default.</a:t>
            </a:r>
          </a:p>
          <a:p>
            <a:pPr marL="285750" indent="-285750"/>
            <a:endParaRPr lang="en-US" sz="500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285750" indent="-285750"/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Feature profiling of the risk segment across demographic, employment, and credit dimensions.</a:t>
            </a:r>
          </a:p>
          <a:p>
            <a:pPr marL="285750" indent="-285750"/>
            <a:endParaRPr lang="en-US" sz="700" b="1" u="sng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1600" b="1" u="sng" dirty="0">
                <a:solidFill>
                  <a:schemeClr val="dk1"/>
                </a:solidFill>
                <a:latin typeface="Montserrat" panose="00000500000000000000" pitchFamily="2" charset="0"/>
              </a:rPr>
              <a:t>Key Findings:</a:t>
            </a:r>
          </a:p>
          <a:p>
            <a:pPr marL="0" indent="0">
              <a:buNone/>
            </a:pPr>
            <a:endParaRPr lang="en-US" sz="700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285750" indent="-285750"/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Increasing average default rates across segments validating risk separation.</a:t>
            </a:r>
          </a:p>
          <a:p>
            <a:pPr marL="285750" indent="-285750"/>
            <a:endParaRPr lang="en-US" sz="500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285750" indent="-285750"/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Negative correlation between age, employment tenure, education level, and default risk.</a:t>
            </a:r>
          </a:p>
          <a:p>
            <a:pPr marL="285750" indent="-285750"/>
            <a:endParaRPr lang="en-US" sz="500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285750" indent="-285750"/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Positive correlation with prior loan refusals and multiple active bureau loans.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D83015-912B-42B6-8F44-D93280E2407B}"/>
              </a:ext>
            </a:extLst>
          </p:cNvPr>
          <p:cNvSpPr txBox="1"/>
          <p:nvPr/>
        </p:nvSpPr>
        <p:spPr>
          <a:xfrm>
            <a:off x="8661400" y="4835723"/>
            <a:ext cx="48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ontserrat" panose="00000500000000000000" pitchFamily="2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07565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7308A0-9DEB-4370-826E-2B334F85AA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86" b="4346"/>
          <a:stretch/>
        </p:blipFill>
        <p:spPr>
          <a:xfrm>
            <a:off x="1396844" y="923888"/>
            <a:ext cx="6394701" cy="3445200"/>
          </a:xfrm>
          <a:prstGeom prst="rect">
            <a:avLst/>
          </a:prstGeom>
        </p:spPr>
      </p:pic>
      <p:sp>
        <p:nvSpPr>
          <p:cNvPr id="596" name="Google Shape;596;p53"/>
          <p:cNvSpPr txBox="1">
            <a:spLocks noGrp="1"/>
          </p:cNvSpPr>
          <p:nvPr>
            <p:ph type="title"/>
          </p:nvPr>
        </p:nvSpPr>
        <p:spPr>
          <a:xfrm>
            <a:off x="679540" y="289785"/>
            <a:ext cx="7704000" cy="48270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-US" sz="2600" dirty="0"/>
              <a:t>Risk Segment Analysis</a:t>
            </a:r>
          </a:p>
        </p:txBody>
      </p:sp>
      <p:sp>
        <p:nvSpPr>
          <p:cNvPr id="599" name="Google Shape;599;p53">
            <a:hlinkClick r:id="" action="ppaction://hlinkshowjump?jump=previousslide"/>
          </p:cNvPr>
          <p:cNvSpPr/>
          <p:nvPr/>
        </p:nvSpPr>
        <p:spPr>
          <a:xfrm>
            <a:off x="4207614" y="4213163"/>
            <a:ext cx="328725" cy="31185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1216FB-A658-4E53-8ADE-5E6939065639}"/>
              </a:ext>
            </a:extLst>
          </p:cNvPr>
          <p:cNvSpPr txBox="1"/>
          <p:nvPr/>
        </p:nvSpPr>
        <p:spPr>
          <a:xfrm>
            <a:off x="8661400" y="4819830"/>
            <a:ext cx="4826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500" dirty="0">
                <a:latin typeface="Montserrat" panose="00000500000000000000" pitchFamily="2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42176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3"/>
          <p:cNvSpPr txBox="1">
            <a:spLocks noGrp="1"/>
          </p:cNvSpPr>
          <p:nvPr>
            <p:ph type="title"/>
          </p:nvPr>
        </p:nvSpPr>
        <p:spPr>
          <a:xfrm>
            <a:off x="679540" y="289785"/>
            <a:ext cx="7704000" cy="48270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-US" sz="2600" dirty="0"/>
              <a:t>Recommendations</a:t>
            </a:r>
            <a:endParaRPr sz="2600" dirty="0"/>
          </a:p>
        </p:txBody>
      </p:sp>
      <p:sp>
        <p:nvSpPr>
          <p:cNvPr id="597" name="Google Shape;597;p53"/>
          <p:cNvSpPr txBox="1">
            <a:spLocks noGrp="1"/>
          </p:cNvSpPr>
          <p:nvPr>
            <p:ph type="body" idx="4294967295"/>
          </p:nvPr>
        </p:nvSpPr>
        <p:spPr>
          <a:xfrm>
            <a:off x="679540" y="847488"/>
            <a:ext cx="7704000" cy="3290672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500" b="1" dirty="0">
                <a:solidFill>
                  <a:schemeClr val="dk1"/>
                </a:solidFill>
                <a:latin typeface="Montserrat" panose="00000500000000000000" pitchFamily="2" charset="0"/>
              </a:rPr>
              <a:t>Streamline approval process </a:t>
            </a:r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through automation for the Very Low Risk segment (49% of applications, 2.0% default rate) while concentrating manual screening resources on Medium and High Risk tiers requiring deeper evaluation.</a:t>
            </a:r>
          </a:p>
          <a:p>
            <a:pPr marL="342900" indent="-342900">
              <a:buFont typeface="+mj-lt"/>
              <a:buAutoNum type="arabicPeriod"/>
            </a:pPr>
            <a:endParaRPr lang="en-US" sz="1200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500" b="1" dirty="0">
                <a:solidFill>
                  <a:schemeClr val="dk1"/>
                </a:solidFill>
                <a:latin typeface="Montserrat" panose="00000500000000000000" pitchFamily="2" charset="0"/>
              </a:rPr>
              <a:t>Implement risk-based pricing strategy </a:t>
            </a:r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with differentiated interest rates and flexible repayment schedules across segments to enable approvals for higher-risk segments through appropriate risk compensation.</a:t>
            </a:r>
          </a:p>
          <a:p>
            <a:pPr marL="342900" indent="-342900">
              <a:buFont typeface="+mj-lt"/>
              <a:buAutoNum type="arabicPeriod"/>
            </a:pPr>
            <a:endParaRPr lang="en-US" sz="1200" b="1" u="sng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solidFill>
                  <a:schemeClr val="dk1"/>
                </a:solidFill>
                <a:latin typeface="Montserrat" panose="00000500000000000000" pitchFamily="2" charset="0"/>
              </a:rPr>
              <a:t>Enhance credit evaluation workflows </a:t>
            </a:r>
            <a:r>
              <a:rPr lang="en-US" sz="1600" dirty="0">
                <a:solidFill>
                  <a:schemeClr val="dk1"/>
                </a:solidFill>
                <a:latin typeface="Montserrat" panose="00000500000000000000" pitchFamily="2" charset="0"/>
              </a:rPr>
              <a:t>by integrating insights on feature-risk relationships to support decision-making in borderline or uncertain application cases.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D83015-912B-42B6-8F44-D93280E2407B}"/>
              </a:ext>
            </a:extLst>
          </p:cNvPr>
          <p:cNvSpPr txBox="1"/>
          <p:nvPr/>
        </p:nvSpPr>
        <p:spPr>
          <a:xfrm>
            <a:off x="8661400" y="4835723"/>
            <a:ext cx="48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ontserrat" panose="00000500000000000000" pitchFamily="2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361887405"/>
      </p:ext>
    </p:extLst>
  </p:cSld>
  <p:clrMapOvr>
    <a:masterClrMapping/>
  </p:clrMapOvr>
</p:sld>
</file>

<file path=ppt/theme/theme1.xml><?xml version="1.0" encoding="utf-8"?>
<a:theme xmlns:a="http://schemas.openxmlformats.org/drawingml/2006/main" name="International Banking Day XL by Slidesgo">
  <a:themeElements>
    <a:clrScheme name="Simple Light">
      <a:dk1>
        <a:srgbClr val="191919"/>
      </a:dk1>
      <a:lt1>
        <a:srgbClr val="FFFFFF"/>
      </a:lt1>
      <a:dk2>
        <a:srgbClr val="0C2054"/>
      </a:dk2>
      <a:lt2>
        <a:srgbClr val="CCCCCC"/>
      </a:lt2>
      <a:accent1>
        <a:srgbClr val="EFEFEF"/>
      </a:accent1>
      <a:accent2>
        <a:srgbClr val="DC9526"/>
      </a:accent2>
      <a:accent3>
        <a:srgbClr val="F3AC3D"/>
      </a:accent3>
      <a:accent4>
        <a:srgbClr val="263238"/>
      </a:accent4>
      <a:accent5>
        <a:srgbClr val="999999"/>
      </a:accent5>
      <a:accent6>
        <a:srgbClr val="666666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</TotalTime>
  <Words>527</Words>
  <Application>Microsoft Office PowerPoint</Application>
  <PresentationFormat>On-screen Show (16:9)</PresentationFormat>
  <Paragraphs>113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Montserrat ExtraBold</vt:lpstr>
      <vt:lpstr>Montserrat</vt:lpstr>
      <vt:lpstr>Poppins</vt:lpstr>
      <vt:lpstr>Roboto Condensed Light</vt:lpstr>
      <vt:lpstr>Georgia Pro</vt:lpstr>
      <vt:lpstr>Bebas Neue</vt:lpstr>
      <vt:lpstr>Arial</vt:lpstr>
      <vt:lpstr>International Banking Day XL by Slidesgo</vt:lpstr>
      <vt:lpstr> Default Risk Assessment </vt:lpstr>
      <vt:lpstr>Project Overview</vt:lpstr>
      <vt:lpstr>Data Overview</vt:lpstr>
      <vt:lpstr>Home Credit Overview</vt:lpstr>
      <vt:lpstr>Methodology Overview</vt:lpstr>
      <vt:lpstr>Data Preparation &amp; Feature Engineering</vt:lpstr>
      <vt:lpstr>Modelling Development</vt:lpstr>
      <vt:lpstr>Model Performance</vt:lpstr>
      <vt:lpstr>Risk Segmentation</vt:lpstr>
      <vt:lpstr>Risk Segment Analysis</vt:lpstr>
      <vt:lpstr>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 Credit Default Risk Prediction </dc:title>
  <cp:lastModifiedBy>Yuri Croci</cp:lastModifiedBy>
  <cp:revision>41</cp:revision>
  <dcterms:modified xsi:type="dcterms:W3CDTF">2026-02-10T20:30:48Z</dcterms:modified>
</cp:coreProperties>
</file>